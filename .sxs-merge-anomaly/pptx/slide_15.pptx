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335756"/>
            <a:ext cx="91440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71450" y="125016"/>
            <a:ext cx="85725" cy="8572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71475" y="125016"/>
            <a:ext cx="85725" cy="8572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571500" y="125016"/>
            <a:ext cx="85725" cy="8572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857250" y="103584"/>
            <a:ext cx="977479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api-reference.sh</a:t>
            </a:r>
            <a:endParaRPr lang="en-US" sz="731" dirty="0"/>
          </a:p>
        </p:txBody>
      </p:sp>
      <p:sp>
        <p:nvSpPr>
          <p:cNvPr id="8" name="Shape 6"/>
          <p:cNvSpPr/>
          <p:nvPr/>
        </p:nvSpPr>
        <p:spPr>
          <a:xfrm>
            <a:off x="8507778" y="96441"/>
            <a:ext cx="464772" cy="142875"/>
          </a:xfrm>
          <a:prstGeom prst="roundRect">
            <a:avLst>
              <a:gd name="adj" fmla="val 50000"/>
            </a:avLst>
          </a:prstGeom>
          <a:solidFill>
            <a:srgbClr val="238636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414909" y="96441"/>
            <a:ext cx="65051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v2.4 API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0" y="342900"/>
            <a:ext cx="6286500" cy="4572000"/>
          </a:xfrm>
          <a:prstGeom prst="rect">
            <a:avLst/>
          </a:prstGeom>
          <a:solidFill>
            <a:srgbClr val="0D1117">
              <a:alpha val="0"/>
            </a:srgbClr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6279356" y="342900"/>
            <a:ext cx="7144" cy="457200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0" y="342900"/>
            <a:ext cx="6279356" cy="292894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0" y="628650"/>
            <a:ext cx="6279356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0" y="342900"/>
            <a:ext cx="508778" cy="28575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0" y="614363"/>
            <a:ext cx="508778" cy="14288"/>
          </a:xfrm>
          <a:prstGeom prst="rect">
            <a:avLst/>
          </a:prstGeom>
          <a:solidFill>
            <a:srgbClr val="F78166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0" y="342900"/>
            <a:ext cx="508778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F0F6F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cURL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508778" y="342900"/>
            <a:ext cx="620149" cy="285750"/>
          </a:xfrm>
          <a:prstGeom prst="rect">
            <a:avLst/>
          </a:prstGeom>
          <a:solidFill>
            <a:srgbClr val="161B22">
              <a:alpha val="0"/>
            </a:srgbClr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508778" y="342900"/>
            <a:ext cx="620149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1128927" y="342900"/>
            <a:ext cx="843105" cy="285750"/>
          </a:xfrm>
          <a:prstGeom prst="rect">
            <a:avLst/>
          </a:prstGeom>
          <a:solidFill>
            <a:srgbClr val="161B22">
              <a:alpha val="0"/>
            </a:srgbClr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1128927" y="342900"/>
            <a:ext cx="843105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85725" y="77866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542925" y="778669"/>
            <a:ext cx="231500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i="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Create a new user with team assignment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85725" y="936474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542925" y="936474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curl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765953" y="936474"/>
            <a:ext cx="11151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-X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877467" y="936474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1100495" y="936474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85725" y="1094351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542925" y="1094351"/>
            <a:ext cx="200639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"https://api.example.com/v2/users"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2549319" y="1094351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85725" y="1252157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542925" y="1252157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-H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765953" y="1252157"/>
            <a:ext cx="195060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"Authorization: Bearer sk_live_..."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2716554" y="1252157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85725" y="1410033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542925" y="1410033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-H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765953" y="1410033"/>
            <a:ext cx="1783366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"Content-Type: application/json"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2549319" y="1410033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85725" y="156783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542925" y="1567839"/>
            <a:ext cx="22302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-d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765953" y="1567839"/>
            <a:ext cx="25296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'{'</a:t>
            </a:r>
            <a:endParaRPr lang="en-US" sz="731" dirty="0"/>
          </a:p>
        </p:txBody>
      </p:sp>
      <p:sp>
        <p:nvSpPr>
          <p:cNvPr id="42" name="Text 40"/>
          <p:cNvSpPr/>
          <p:nvPr/>
        </p:nvSpPr>
        <p:spPr>
          <a:xfrm>
            <a:off x="85725" y="1725644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endParaRPr lang="en-US" sz="731" dirty="0"/>
          </a:p>
        </p:txBody>
      </p:sp>
      <p:sp>
        <p:nvSpPr>
          <p:cNvPr id="43" name="Text 41"/>
          <p:cNvSpPr/>
          <p:nvPr/>
        </p:nvSpPr>
        <p:spPr>
          <a:xfrm>
            <a:off x="542925" y="1725644"/>
            <a:ext cx="557355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"name"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1100280" y="1725644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45" name="Text 43"/>
          <p:cNvSpPr/>
          <p:nvPr/>
        </p:nvSpPr>
        <p:spPr>
          <a:xfrm>
            <a:off x="1156073" y="1725644"/>
            <a:ext cx="72451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 Cooper"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1880592" y="1725644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47" name="Text 45"/>
          <p:cNvSpPr/>
          <p:nvPr/>
        </p:nvSpPr>
        <p:spPr>
          <a:xfrm>
            <a:off x="85725" y="1883521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endParaRPr lang="en-US" sz="731" dirty="0"/>
          </a:p>
        </p:txBody>
      </p:sp>
      <p:sp>
        <p:nvSpPr>
          <p:cNvPr id="48" name="Text 46"/>
          <p:cNvSpPr/>
          <p:nvPr/>
        </p:nvSpPr>
        <p:spPr>
          <a:xfrm>
            <a:off x="542925" y="1883521"/>
            <a:ext cx="61314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"email"</a:t>
            </a:r>
            <a:endParaRPr lang="en-US" sz="731" dirty="0"/>
          </a:p>
        </p:txBody>
      </p:sp>
      <p:sp>
        <p:nvSpPr>
          <p:cNvPr id="49" name="Text 47"/>
          <p:cNvSpPr/>
          <p:nvPr/>
        </p:nvSpPr>
        <p:spPr>
          <a:xfrm>
            <a:off x="1156073" y="1883521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50" name="Text 48"/>
          <p:cNvSpPr/>
          <p:nvPr/>
        </p:nvSpPr>
        <p:spPr>
          <a:xfrm>
            <a:off x="1211866" y="1883521"/>
            <a:ext cx="78024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"jane@acme.co"</a:t>
            </a:r>
            <a:endParaRPr lang="en-US" sz="731" dirty="0"/>
          </a:p>
        </p:txBody>
      </p:sp>
      <p:sp>
        <p:nvSpPr>
          <p:cNvPr id="51" name="Text 49"/>
          <p:cNvSpPr/>
          <p:nvPr/>
        </p:nvSpPr>
        <p:spPr>
          <a:xfrm>
            <a:off x="1992106" y="1883521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52" name="Text 50"/>
          <p:cNvSpPr/>
          <p:nvPr/>
        </p:nvSpPr>
        <p:spPr>
          <a:xfrm>
            <a:off x="85725" y="2041327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endParaRPr lang="en-US" sz="731" dirty="0"/>
          </a:p>
        </p:txBody>
      </p:sp>
      <p:sp>
        <p:nvSpPr>
          <p:cNvPr id="53" name="Text 51"/>
          <p:cNvSpPr/>
          <p:nvPr/>
        </p:nvSpPr>
        <p:spPr>
          <a:xfrm>
            <a:off x="542925" y="2041327"/>
            <a:ext cx="557355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"role"</a:t>
            </a:r>
            <a:endParaRPr lang="en-US" sz="731" dirty="0"/>
          </a:p>
        </p:txBody>
      </p:sp>
      <p:sp>
        <p:nvSpPr>
          <p:cNvPr id="54" name="Text 52"/>
          <p:cNvSpPr/>
          <p:nvPr/>
        </p:nvSpPr>
        <p:spPr>
          <a:xfrm>
            <a:off x="1100280" y="2041327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55" name="Text 53"/>
          <p:cNvSpPr/>
          <p:nvPr/>
        </p:nvSpPr>
        <p:spPr>
          <a:xfrm>
            <a:off x="1156073" y="2041327"/>
            <a:ext cx="39012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"admin"</a:t>
            </a:r>
            <a:endParaRPr lang="en-US" sz="731" dirty="0"/>
          </a:p>
        </p:txBody>
      </p:sp>
      <p:sp>
        <p:nvSpPr>
          <p:cNvPr id="56" name="Text 54"/>
          <p:cNvSpPr/>
          <p:nvPr/>
        </p:nvSpPr>
        <p:spPr>
          <a:xfrm>
            <a:off x="1546193" y="2041327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57" name="Text 55"/>
          <p:cNvSpPr/>
          <p:nvPr/>
        </p:nvSpPr>
        <p:spPr>
          <a:xfrm>
            <a:off x="85725" y="2199132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</a:t>
            </a:r>
            <a:endParaRPr lang="en-US" sz="731" dirty="0"/>
          </a:p>
        </p:txBody>
      </p:sp>
      <p:sp>
        <p:nvSpPr>
          <p:cNvPr id="58" name="Text 56"/>
          <p:cNvSpPr/>
          <p:nvPr/>
        </p:nvSpPr>
        <p:spPr>
          <a:xfrm>
            <a:off x="542925" y="2199132"/>
            <a:ext cx="76602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"team_id"</a:t>
            </a:r>
            <a:endParaRPr lang="en-US" sz="731" dirty="0"/>
          </a:p>
        </p:txBody>
      </p:sp>
      <p:sp>
        <p:nvSpPr>
          <p:cNvPr id="59" name="Text 57"/>
          <p:cNvSpPr/>
          <p:nvPr/>
        </p:nvSpPr>
        <p:spPr>
          <a:xfrm>
            <a:off x="1267444" y="2199132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60" name="Text 58"/>
          <p:cNvSpPr/>
          <p:nvPr/>
        </p:nvSpPr>
        <p:spPr>
          <a:xfrm>
            <a:off x="1323237" y="2199132"/>
            <a:ext cx="66886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"team_8x92k"</a:t>
            </a:r>
            <a:endParaRPr lang="en-US" sz="731" dirty="0"/>
          </a:p>
        </p:txBody>
      </p:sp>
      <p:sp>
        <p:nvSpPr>
          <p:cNvPr id="61" name="Text 59"/>
          <p:cNvSpPr/>
          <p:nvPr/>
        </p:nvSpPr>
        <p:spPr>
          <a:xfrm>
            <a:off x="1992106" y="2199132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62" name="Text 60"/>
          <p:cNvSpPr/>
          <p:nvPr/>
        </p:nvSpPr>
        <p:spPr>
          <a:xfrm>
            <a:off x="85725" y="235700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endParaRPr lang="en-US" sz="731" dirty="0"/>
          </a:p>
        </p:txBody>
      </p:sp>
      <p:sp>
        <p:nvSpPr>
          <p:cNvPr id="63" name="Text 61"/>
          <p:cNvSpPr/>
          <p:nvPr/>
        </p:nvSpPr>
        <p:spPr>
          <a:xfrm>
            <a:off x="542925" y="2357009"/>
            <a:ext cx="947476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"permissions"</a:t>
            </a:r>
            <a:endParaRPr lang="en-US" sz="731" dirty="0"/>
          </a:p>
        </p:txBody>
      </p:sp>
      <p:sp>
        <p:nvSpPr>
          <p:cNvPr id="64" name="Text 62"/>
          <p:cNvSpPr/>
          <p:nvPr/>
        </p:nvSpPr>
        <p:spPr>
          <a:xfrm>
            <a:off x="1490401" y="2357009"/>
            <a:ext cx="25296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85725" y="2514814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endParaRPr lang="en-US" sz="731" dirty="0"/>
          </a:p>
        </p:txBody>
      </p:sp>
      <p:sp>
        <p:nvSpPr>
          <p:cNvPr id="66" name="Text 64"/>
          <p:cNvSpPr/>
          <p:nvPr/>
        </p:nvSpPr>
        <p:spPr>
          <a:xfrm>
            <a:off x="542925" y="2514814"/>
            <a:ext cx="66886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"read"</a:t>
            </a:r>
            <a:endParaRPr lang="en-US" sz="731" dirty="0"/>
          </a:p>
        </p:txBody>
      </p:sp>
      <p:sp>
        <p:nvSpPr>
          <p:cNvPr id="67" name="Text 65"/>
          <p:cNvSpPr/>
          <p:nvPr/>
        </p:nvSpPr>
        <p:spPr>
          <a:xfrm>
            <a:off x="1211794" y="2514814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68" name="Text 66"/>
          <p:cNvSpPr/>
          <p:nvPr/>
        </p:nvSpPr>
        <p:spPr>
          <a:xfrm>
            <a:off x="1267587" y="2514814"/>
            <a:ext cx="39012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"write"</a:t>
            </a:r>
            <a:endParaRPr lang="en-US" sz="731" dirty="0"/>
          </a:p>
        </p:txBody>
      </p:sp>
      <p:sp>
        <p:nvSpPr>
          <p:cNvPr id="69" name="Text 67"/>
          <p:cNvSpPr/>
          <p:nvPr/>
        </p:nvSpPr>
        <p:spPr>
          <a:xfrm>
            <a:off x="1657707" y="2514814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70" name="Text 68"/>
          <p:cNvSpPr/>
          <p:nvPr/>
        </p:nvSpPr>
        <p:spPr>
          <a:xfrm>
            <a:off x="1713500" y="2514814"/>
            <a:ext cx="53163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"delete"</a:t>
            </a:r>
            <a:endParaRPr lang="en-US" sz="731" dirty="0"/>
          </a:p>
        </p:txBody>
      </p:sp>
      <p:sp>
        <p:nvSpPr>
          <p:cNvPr id="71" name="Text 69"/>
          <p:cNvSpPr/>
          <p:nvPr/>
        </p:nvSpPr>
        <p:spPr>
          <a:xfrm>
            <a:off x="85725" y="2672691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</a:t>
            </a:r>
            <a:endParaRPr lang="en-US" sz="731" dirty="0"/>
          </a:p>
        </p:txBody>
      </p:sp>
      <p:sp>
        <p:nvSpPr>
          <p:cNvPr id="72" name="Text 70"/>
          <p:cNvSpPr/>
          <p:nvPr/>
        </p:nvSpPr>
        <p:spPr>
          <a:xfrm>
            <a:off x="542925" y="2672691"/>
            <a:ext cx="42012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],</a:t>
            </a:r>
            <a:endParaRPr lang="en-US" sz="731" dirty="0"/>
          </a:p>
        </p:txBody>
      </p:sp>
      <p:sp>
        <p:nvSpPr>
          <p:cNvPr id="73" name="Text 71"/>
          <p:cNvSpPr/>
          <p:nvPr/>
        </p:nvSpPr>
        <p:spPr>
          <a:xfrm>
            <a:off x="85725" y="2830497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</a:t>
            </a:r>
            <a:endParaRPr lang="en-US" sz="731" dirty="0"/>
          </a:p>
        </p:txBody>
      </p:sp>
      <p:sp>
        <p:nvSpPr>
          <p:cNvPr id="74" name="Text 72"/>
          <p:cNvSpPr/>
          <p:nvPr/>
        </p:nvSpPr>
        <p:spPr>
          <a:xfrm>
            <a:off x="542925" y="2830497"/>
            <a:ext cx="78024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"metadata"</a:t>
            </a:r>
            <a:endParaRPr lang="en-US" sz="731" dirty="0"/>
          </a:p>
        </p:txBody>
      </p:sp>
      <p:sp>
        <p:nvSpPr>
          <p:cNvPr id="75" name="Text 73"/>
          <p:cNvSpPr/>
          <p:nvPr/>
        </p:nvSpPr>
        <p:spPr>
          <a:xfrm>
            <a:off x="1323165" y="2830497"/>
            <a:ext cx="25296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{</a:t>
            </a:r>
            <a:endParaRPr lang="en-US" sz="731" dirty="0"/>
          </a:p>
        </p:txBody>
      </p:sp>
      <p:sp>
        <p:nvSpPr>
          <p:cNvPr id="76" name="Text 74"/>
          <p:cNvSpPr/>
          <p:nvPr/>
        </p:nvSpPr>
        <p:spPr>
          <a:xfrm>
            <a:off x="85725" y="2988302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</a:t>
            </a:r>
            <a:endParaRPr lang="en-US" sz="731" dirty="0"/>
          </a:p>
        </p:txBody>
      </p:sp>
      <p:sp>
        <p:nvSpPr>
          <p:cNvPr id="77" name="Text 75"/>
          <p:cNvSpPr/>
          <p:nvPr/>
        </p:nvSpPr>
        <p:spPr>
          <a:xfrm>
            <a:off x="542925" y="2988302"/>
            <a:ext cx="78024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"source"</a:t>
            </a:r>
            <a:endParaRPr lang="en-US" sz="731" dirty="0"/>
          </a:p>
        </p:txBody>
      </p:sp>
      <p:sp>
        <p:nvSpPr>
          <p:cNvPr id="78" name="Text 76"/>
          <p:cNvSpPr/>
          <p:nvPr/>
        </p:nvSpPr>
        <p:spPr>
          <a:xfrm>
            <a:off x="1323165" y="2988302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79" name="Text 77"/>
          <p:cNvSpPr/>
          <p:nvPr/>
        </p:nvSpPr>
        <p:spPr>
          <a:xfrm>
            <a:off x="1378958" y="2988302"/>
            <a:ext cx="66886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"onboarding"</a:t>
            </a:r>
            <a:endParaRPr lang="en-US" sz="731" dirty="0"/>
          </a:p>
        </p:txBody>
      </p:sp>
      <p:sp>
        <p:nvSpPr>
          <p:cNvPr id="80" name="Text 78"/>
          <p:cNvSpPr/>
          <p:nvPr/>
        </p:nvSpPr>
        <p:spPr>
          <a:xfrm>
            <a:off x="2047827" y="2988302"/>
            <a:ext cx="141518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81" name="Text 79"/>
          <p:cNvSpPr/>
          <p:nvPr/>
        </p:nvSpPr>
        <p:spPr>
          <a:xfrm>
            <a:off x="85725" y="314617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16</a:t>
            </a:r>
            <a:endParaRPr lang="en-US" sz="731" dirty="0"/>
          </a:p>
        </p:txBody>
      </p:sp>
      <p:sp>
        <p:nvSpPr>
          <p:cNvPr id="82" name="Text 80"/>
          <p:cNvSpPr/>
          <p:nvPr/>
        </p:nvSpPr>
        <p:spPr>
          <a:xfrm>
            <a:off x="542925" y="3146179"/>
            <a:ext cx="668869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"plan"</a:t>
            </a:r>
            <a:endParaRPr lang="en-US" sz="731" dirty="0"/>
          </a:p>
        </p:txBody>
      </p:sp>
      <p:sp>
        <p:nvSpPr>
          <p:cNvPr id="83" name="Text 81"/>
          <p:cNvSpPr/>
          <p:nvPr/>
        </p:nvSpPr>
        <p:spPr>
          <a:xfrm>
            <a:off x="1211794" y="3146179"/>
            <a:ext cx="5579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endParaRPr lang="en-US" sz="731" dirty="0"/>
          </a:p>
        </p:txBody>
      </p:sp>
      <p:sp>
        <p:nvSpPr>
          <p:cNvPr id="84" name="Text 82"/>
          <p:cNvSpPr/>
          <p:nvPr/>
        </p:nvSpPr>
        <p:spPr>
          <a:xfrm>
            <a:off x="1267587" y="3146179"/>
            <a:ext cx="75459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"enterprise"</a:t>
            </a:r>
            <a:endParaRPr lang="en-US" sz="731" dirty="0"/>
          </a:p>
        </p:txBody>
      </p:sp>
      <p:sp>
        <p:nvSpPr>
          <p:cNvPr id="85" name="Text 83"/>
          <p:cNvSpPr/>
          <p:nvPr/>
        </p:nvSpPr>
        <p:spPr>
          <a:xfrm>
            <a:off x="85725" y="3303984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</a:t>
            </a:r>
            <a:endParaRPr lang="en-US" sz="731" dirty="0"/>
          </a:p>
        </p:txBody>
      </p:sp>
      <p:sp>
        <p:nvSpPr>
          <p:cNvPr id="86" name="Text 84"/>
          <p:cNvSpPr/>
          <p:nvPr/>
        </p:nvSpPr>
        <p:spPr>
          <a:xfrm>
            <a:off x="542925" y="3303984"/>
            <a:ext cx="364474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}</a:t>
            </a:r>
            <a:endParaRPr lang="en-US" sz="731" dirty="0"/>
          </a:p>
        </p:txBody>
      </p:sp>
      <p:sp>
        <p:nvSpPr>
          <p:cNvPr id="87" name="Text 85"/>
          <p:cNvSpPr/>
          <p:nvPr/>
        </p:nvSpPr>
        <p:spPr>
          <a:xfrm>
            <a:off x="85725" y="3461790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18</a:t>
            </a:r>
            <a:endParaRPr lang="en-US" sz="731" dirty="0"/>
          </a:p>
        </p:txBody>
      </p:sp>
      <p:sp>
        <p:nvSpPr>
          <p:cNvPr id="88" name="Text 86"/>
          <p:cNvSpPr/>
          <p:nvPr/>
        </p:nvSpPr>
        <p:spPr>
          <a:xfrm>
            <a:off x="542925" y="3461790"/>
            <a:ext cx="308753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}'</a:t>
            </a:r>
            <a:endParaRPr lang="en-US" sz="731" dirty="0"/>
          </a:p>
        </p:txBody>
      </p:sp>
      <p:sp>
        <p:nvSpPr>
          <p:cNvPr id="89" name="Text 87"/>
          <p:cNvSpPr/>
          <p:nvPr/>
        </p:nvSpPr>
        <p:spPr>
          <a:xfrm>
            <a:off x="85725" y="3619667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</a:t>
            </a:r>
            <a:endParaRPr lang="en-US" sz="731" dirty="0"/>
          </a:p>
        </p:txBody>
      </p:sp>
      <p:sp>
        <p:nvSpPr>
          <p:cNvPr id="90" name="Text 88"/>
          <p:cNvSpPr/>
          <p:nvPr/>
        </p:nvSpPr>
        <p:spPr>
          <a:xfrm>
            <a:off x="85725" y="3777472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</a:t>
            </a:r>
            <a:endParaRPr lang="en-US" sz="731" dirty="0"/>
          </a:p>
        </p:txBody>
      </p:sp>
      <p:sp>
        <p:nvSpPr>
          <p:cNvPr id="91" name="Text 89"/>
          <p:cNvSpPr/>
          <p:nvPr/>
        </p:nvSpPr>
        <p:spPr>
          <a:xfrm>
            <a:off x="542925" y="3777472"/>
            <a:ext cx="214784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i="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Rate limit: 100 req/min per API key</a:t>
            </a:r>
            <a:endParaRPr lang="en-US" sz="731" dirty="0"/>
          </a:p>
        </p:txBody>
      </p:sp>
      <p:sp>
        <p:nvSpPr>
          <p:cNvPr id="92" name="Text 90"/>
          <p:cNvSpPr/>
          <p:nvPr/>
        </p:nvSpPr>
        <p:spPr>
          <a:xfrm>
            <a:off x="85725" y="3935349"/>
            <a:ext cx="342900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41667"/>
              </a:lnSpc>
              <a:buNone/>
            </a:pPr>
            <a:r>
              <a:rPr lang="en-US" sz="731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21</a:t>
            </a:r>
            <a:endParaRPr lang="en-US" sz="731" dirty="0"/>
          </a:p>
        </p:txBody>
      </p:sp>
      <p:sp>
        <p:nvSpPr>
          <p:cNvPr id="93" name="Text 91"/>
          <p:cNvSpPr/>
          <p:nvPr/>
        </p:nvSpPr>
        <p:spPr>
          <a:xfrm>
            <a:off x="542925" y="3935349"/>
            <a:ext cx="2816566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i="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Supports idempotency via Idempotency-Key header</a:t>
            </a:r>
            <a:endParaRPr lang="en-US" sz="731" dirty="0"/>
          </a:p>
        </p:txBody>
      </p:sp>
      <p:sp>
        <p:nvSpPr>
          <p:cNvPr id="94" name="Shape 92"/>
          <p:cNvSpPr/>
          <p:nvPr/>
        </p:nvSpPr>
        <p:spPr>
          <a:xfrm>
            <a:off x="6286500" y="342900"/>
            <a:ext cx="2857500" cy="321469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95" name="Shape 93"/>
          <p:cNvSpPr/>
          <p:nvPr/>
        </p:nvSpPr>
        <p:spPr>
          <a:xfrm>
            <a:off x="6286500" y="657225"/>
            <a:ext cx="28575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96" name="Text 94"/>
          <p:cNvSpPr/>
          <p:nvPr/>
        </p:nvSpPr>
        <p:spPr>
          <a:xfrm>
            <a:off x="6429375" y="442913"/>
            <a:ext cx="52828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731" dirty="0"/>
          </a:p>
        </p:txBody>
      </p:sp>
      <p:sp>
        <p:nvSpPr>
          <p:cNvPr id="97" name="Shape 95"/>
          <p:cNvSpPr/>
          <p:nvPr/>
        </p:nvSpPr>
        <p:spPr>
          <a:xfrm>
            <a:off x="8570143" y="428625"/>
            <a:ext cx="430982" cy="142875"/>
          </a:xfrm>
          <a:prstGeom prst="roundRect">
            <a:avLst>
              <a:gd name="adj" fmla="val 20000"/>
            </a:avLst>
          </a:prstGeom>
          <a:solidFill>
            <a:srgbClr val="1A4731"/>
          </a:solidFill>
          <a:ln>
            <a:noFill/>
          </a:ln>
        </p:spPr>
      </p:sp>
      <p:sp>
        <p:nvSpPr>
          <p:cNvPr id="98" name="Text 96"/>
          <p:cNvSpPr/>
          <p:nvPr/>
        </p:nvSpPr>
        <p:spPr>
          <a:xfrm>
            <a:off x="8484418" y="428625"/>
            <a:ext cx="60243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OK</a:t>
            </a:r>
            <a:endParaRPr lang="en-US" sz="619" dirty="0"/>
          </a:p>
        </p:txBody>
      </p:sp>
      <p:sp>
        <p:nvSpPr>
          <p:cNvPr id="99" name="Text 97"/>
          <p:cNvSpPr/>
          <p:nvPr/>
        </p:nvSpPr>
        <p:spPr>
          <a:xfrm>
            <a:off x="6429375" y="80724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</a:t>
            </a:r>
            <a:endParaRPr lang="en-US" sz="675" dirty="0"/>
          </a:p>
        </p:txBody>
      </p:sp>
      <p:sp>
        <p:nvSpPr>
          <p:cNvPr id="100" name="Text 98"/>
          <p:cNvSpPr/>
          <p:nvPr/>
        </p:nvSpPr>
        <p:spPr>
          <a:xfrm>
            <a:off x="6429375" y="96147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"id"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"usr_a1b2c3d4"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1" name="Text 99"/>
          <p:cNvSpPr/>
          <p:nvPr/>
        </p:nvSpPr>
        <p:spPr>
          <a:xfrm>
            <a:off x="6429375" y="1115782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"object"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"user"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2" name="Text 100"/>
          <p:cNvSpPr/>
          <p:nvPr/>
        </p:nvSpPr>
        <p:spPr>
          <a:xfrm>
            <a:off x="6429375" y="1270016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"name"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 Cooper"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3" name="Text 101"/>
          <p:cNvSpPr/>
          <p:nvPr/>
        </p:nvSpPr>
        <p:spPr>
          <a:xfrm>
            <a:off x="6429375" y="1424321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"email"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"jane@acme.co"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4" name="Text 102"/>
          <p:cNvSpPr/>
          <p:nvPr/>
        </p:nvSpPr>
        <p:spPr>
          <a:xfrm>
            <a:off x="6429375" y="157855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"role"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"admin"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5" name="Text 103"/>
          <p:cNvSpPr/>
          <p:nvPr/>
        </p:nvSpPr>
        <p:spPr>
          <a:xfrm>
            <a:off x="6429375" y="1732788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{</a:t>
            </a:r>
            <a:endParaRPr lang="en-US" sz="675" dirty="0"/>
          </a:p>
        </p:txBody>
      </p:sp>
      <p:sp>
        <p:nvSpPr>
          <p:cNvPr id="106" name="Text 104"/>
          <p:cNvSpPr/>
          <p:nvPr/>
        </p:nvSpPr>
        <p:spPr>
          <a:xfrm>
            <a:off x="6429375" y="1887093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"id"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"team_8x92k"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07" name="Text 105"/>
          <p:cNvSpPr/>
          <p:nvPr/>
        </p:nvSpPr>
        <p:spPr>
          <a:xfrm>
            <a:off x="6429375" y="204132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"name"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"Engineering"</a:t>
            </a:r>
            <a:endParaRPr lang="en-US" sz="675" dirty="0"/>
          </a:p>
        </p:txBody>
      </p:sp>
      <p:sp>
        <p:nvSpPr>
          <p:cNvPr id="108" name="Text 106"/>
          <p:cNvSpPr/>
          <p:nvPr/>
        </p:nvSpPr>
        <p:spPr>
          <a:xfrm>
            <a:off x="6429375" y="2195560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},</a:t>
            </a:r>
            <a:endParaRPr lang="en-US" sz="675" dirty="0"/>
          </a:p>
        </p:txBody>
      </p:sp>
      <p:sp>
        <p:nvSpPr>
          <p:cNvPr id="109" name="Text 107"/>
          <p:cNvSpPr/>
          <p:nvPr/>
        </p:nvSpPr>
        <p:spPr>
          <a:xfrm>
            <a:off x="6429375" y="2349865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"permissions"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</a:t>
            </a:r>
            <a:endParaRPr lang="en-US" sz="675" dirty="0"/>
          </a:p>
        </p:txBody>
      </p:sp>
      <p:sp>
        <p:nvSpPr>
          <p:cNvPr id="110" name="Text 108"/>
          <p:cNvSpPr/>
          <p:nvPr/>
        </p:nvSpPr>
        <p:spPr>
          <a:xfrm>
            <a:off x="6429375" y="2504099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"read"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"write"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"delete"</a:t>
            </a:r>
            <a:endParaRPr lang="en-US" sz="675" dirty="0"/>
          </a:p>
        </p:txBody>
      </p:sp>
      <p:sp>
        <p:nvSpPr>
          <p:cNvPr id="111" name="Text 109"/>
          <p:cNvSpPr/>
          <p:nvPr/>
        </p:nvSpPr>
        <p:spPr>
          <a:xfrm>
            <a:off x="6429375" y="265840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],</a:t>
            </a:r>
            <a:endParaRPr lang="en-US" sz="675" dirty="0"/>
          </a:p>
        </p:txBody>
      </p:sp>
      <p:sp>
        <p:nvSpPr>
          <p:cNvPr id="112" name="Text 110"/>
          <p:cNvSpPr/>
          <p:nvPr/>
        </p:nvSpPr>
        <p:spPr>
          <a:xfrm>
            <a:off x="6429375" y="281263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"created_at"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A65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1712956800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13" name="Text 111"/>
          <p:cNvSpPr/>
          <p:nvPr/>
        </p:nvSpPr>
        <p:spPr>
          <a:xfrm>
            <a:off x="6429375" y="2966871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"active"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114" name="Text 112"/>
          <p:cNvSpPr/>
          <p:nvPr/>
        </p:nvSpPr>
        <p:spPr>
          <a:xfrm>
            <a:off x="6429375" y="3121176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"mfa_enabled"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false</a:t>
            </a:r>
            <a:endParaRPr lang="en-US" sz="675" dirty="0"/>
          </a:p>
        </p:txBody>
      </p:sp>
      <p:sp>
        <p:nvSpPr>
          <p:cNvPr id="115" name="Text 113"/>
          <p:cNvSpPr/>
          <p:nvPr/>
        </p:nvSpPr>
        <p:spPr>
          <a:xfrm>
            <a:off x="6429375" y="3275409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endParaRPr lang="en-US" sz="675" dirty="0"/>
          </a:p>
        </p:txBody>
      </p:sp>
      <p:sp>
        <p:nvSpPr>
          <p:cNvPr id="116" name="Shape 11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117" name="Shape 115"/>
          <p:cNvSpPr/>
          <p:nvPr/>
        </p:nvSpPr>
        <p:spPr>
          <a:xfrm>
            <a:off x="0" y="4914900"/>
            <a:ext cx="91440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18" name="Text 116"/>
          <p:cNvSpPr/>
          <p:nvPr/>
        </p:nvSpPr>
        <p:spPr>
          <a:xfrm>
            <a:off x="214313" y="4979194"/>
            <a:ext cx="51020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Connected</a:t>
            </a:r>
            <a:endParaRPr lang="en-US" sz="619" dirty="0"/>
          </a:p>
        </p:txBody>
      </p:sp>
      <p:sp>
        <p:nvSpPr>
          <p:cNvPr id="119" name="Shape 117"/>
          <p:cNvSpPr/>
          <p:nvPr/>
        </p:nvSpPr>
        <p:spPr>
          <a:xfrm>
            <a:off x="114300" y="5004197"/>
            <a:ext cx="57150" cy="5715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</p:sp>
      <p:sp>
        <p:nvSpPr>
          <p:cNvPr id="120" name="Text 118"/>
          <p:cNvSpPr/>
          <p:nvPr/>
        </p:nvSpPr>
        <p:spPr>
          <a:xfrm>
            <a:off x="781669" y="4979194"/>
            <a:ext cx="69887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Latency: 42ms</a:t>
            </a:r>
            <a:endParaRPr lang="en-US" sz="619" dirty="0"/>
          </a:p>
        </p:txBody>
      </p:sp>
      <p:sp>
        <p:nvSpPr>
          <p:cNvPr id="121" name="Text 119"/>
          <p:cNvSpPr/>
          <p:nvPr/>
        </p:nvSpPr>
        <p:spPr>
          <a:xfrm>
            <a:off x="1537692" y="4979194"/>
            <a:ext cx="88739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Region: us-east-1</a:t>
            </a:r>
            <a:endParaRPr lang="en-US" sz="619" dirty="0"/>
          </a:p>
        </p:txBody>
      </p:sp>
      <p:sp>
        <p:nvSpPr>
          <p:cNvPr id="122" name="Text 120"/>
          <p:cNvSpPr/>
          <p:nvPr/>
        </p:nvSpPr>
        <p:spPr>
          <a:xfrm>
            <a:off x="7520726" y="4979194"/>
            <a:ext cx="159469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UTF-8   |   JSON   |   REST v2.4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record-slide_15-1781948677764</dc:title>
  <dc:subject>PptxGenJS Presentation</dc:subject>
  <dc:creator>PptxGenJS</dc:creator>
  <cp:lastModifiedBy>PptxGenJS</cp:lastModifiedBy>
  <cp:revision>1</cp:revision>
  <dcterms:created xsi:type="dcterms:W3CDTF">2026-06-20T09:44:41Z</dcterms:created>
  <dcterms:modified xsi:type="dcterms:W3CDTF">2026-06-20T09:44:41Z</dcterms:modified>
</cp:coreProperties>
</file>