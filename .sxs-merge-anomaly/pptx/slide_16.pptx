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000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62011" y="0"/>
            <a:ext cx="3909989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Dashboard v1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200025" y="150019"/>
            <a:ext cx="44769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spc="113" kern="0" dirty="0">
                <a:solidFill>
                  <a:srgbClr val="F8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619" dirty="0"/>
          </a:p>
        </p:txBody>
      </p:sp>
      <p:sp>
        <p:nvSpPr>
          <p:cNvPr id="5" name="Shape 3"/>
          <p:cNvSpPr/>
          <p:nvPr/>
        </p:nvSpPr>
        <p:spPr>
          <a:xfrm>
            <a:off x="0" y="400050"/>
            <a:ext cx="4572000" cy="4743450"/>
          </a:xfrm>
          <a:prstGeom prst="rect">
            <a:avLst/>
          </a:prstGeom>
          <a:solidFill>
            <a:srgbClr val="FEF2F2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171450" y="542925"/>
            <a:ext cx="4229100" cy="257175"/>
          </a:xfrm>
          <a:prstGeom prst="roundRect">
            <a:avLst>
              <a:gd name="adj" fmla="val 16667"/>
            </a:avLst>
          </a:prstGeom>
          <a:solidFill>
            <a:srgbClr val="000000">
              <a:alpha val="6000"/>
            </a:srgbClr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257175" y="635794"/>
            <a:ext cx="428625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742950" y="635794"/>
            <a:ext cx="28575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1085850" y="635794"/>
            <a:ext cx="57150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171450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606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TIME</a:t>
            </a:r>
            <a:endParaRPr lang="en-US" sz="563" dirty="0"/>
          </a:p>
        </p:txBody>
      </p:sp>
      <p:sp>
        <p:nvSpPr>
          <p:cNvPr id="12" name="Text 10"/>
          <p:cNvSpPr/>
          <p:nvPr/>
        </p:nvSpPr>
        <p:spPr>
          <a:xfrm>
            <a:off x="278606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4.2s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278606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180% slower</a:t>
            </a:r>
            <a:endParaRPr lang="en-US" sz="619" dirty="0"/>
          </a:p>
        </p:txBody>
      </p:sp>
      <p:sp>
        <p:nvSpPr>
          <p:cNvPr id="14" name="Shape 12"/>
          <p:cNvSpPr/>
          <p:nvPr/>
        </p:nvSpPr>
        <p:spPr>
          <a:xfrm>
            <a:off x="1609701" y="900113"/>
            <a:ext cx="1352598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16857" y="1007269"/>
            <a:ext cx="122401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RATE</a:t>
            </a:r>
            <a:endParaRPr lang="en-US" sz="563" dirty="0"/>
          </a:p>
        </p:txBody>
      </p:sp>
      <p:sp>
        <p:nvSpPr>
          <p:cNvPr id="16" name="Text 14"/>
          <p:cNvSpPr/>
          <p:nvPr/>
        </p:nvSpPr>
        <p:spPr>
          <a:xfrm>
            <a:off x="1716857" y="1135856"/>
            <a:ext cx="122401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12.4%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1716857" y="1350169"/>
            <a:ext cx="12240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Critical</a:t>
            </a:r>
            <a:endParaRPr lang="en-US" sz="619" dirty="0"/>
          </a:p>
        </p:txBody>
      </p:sp>
      <p:sp>
        <p:nvSpPr>
          <p:cNvPr id="18" name="Shape 16"/>
          <p:cNvSpPr/>
          <p:nvPr/>
        </p:nvSpPr>
        <p:spPr>
          <a:xfrm>
            <a:off x="3048024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55180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563" dirty="0"/>
          </a:p>
        </p:txBody>
      </p:sp>
      <p:sp>
        <p:nvSpPr>
          <p:cNvPr id="20" name="Text 18"/>
          <p:cNvSpPr/>
          <p:nvPr/>
        </p:nvSpPr>
        <p:spPr>
          <a:xfrm>
            <a:off x="3155180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2.1/5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3155180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Declining</a:t>
            </a:r>
            <a:endParaRPr lang="en-US" sz="619" dirty="0"/>
          </a:p>
        </p:txBody>
      </p:sp>
      <p:sp>
        <p:nvSpPr>
          <p:cNvPr id="22" name="Shape 20"/>
          <p:cNvSpPr/>
          <p:nvPr/>
        </p:nvSpPr>
        <p:spPr>
          <a:xfrm>
            <a:off x="3400425" y="1971675"/>
            <a:ext cx="1000125" cy="1943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93294" y="2064544"/>
            <a:ext cx="814388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3493294" y="2207419"/>
            <a:ext cx="570071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3493294" y="2350294"/>
            <a:ext cx="732877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3493294" y="2493169"/>
            <a:ext cx="407194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3493294" y="2636044"/>
            <a:ext cx="651439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3493294" y="2778919"/>
            <a:ext cx="488561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3493294" y="2921794"/>
            <a:ext cx="610791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3493294" y="3064669"/>
            <a:ext cx="325684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171450" y="1971675"/>
            <a:ext cx="3143250" cy="19431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606" y="2078831"/>
            <a:ext cx="30146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Performance (Inconsistent)</a:t>
            </a:r>
            <a:endParaRPr lang="en-US" sz="619" dirty="0"/>
          </a:p>
        </p:txBody>
      </p:sp>
      <p:sp>
        <p:nvSpPr>
          <p:cNvPr id="33" name="Shape 31"/>
          <p:cNvSpPr/>
          <p:nvPr/>
        </p:nvSpPr>
        <p:spPr>
          <a:xfrm>
            <a:off x="278606" y="2596753"/>
            <a:ext cx="200025" cy="225028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521494" y="2721769"/>
            <a:ext cx="200025" cy="100013"/>
          </a:xfrm>
          <a:prstGeom prst="round2SameRect">
            <a:avLst>
              <a:gd name="adj" fmla="val 21428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764381" y="2471738"/>
            <a:ext cx="200025" cy="350044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1007269" y="2671763"/>
            <a:ext cx="200025" cy="150019"/>
          </a:xfrm>
          <a:prstGeom prst="round2SameRect">
            <a:avLst>
              <a:gd name="adj" fmla="val 14286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1250156" y="2546747"/>
            <a:ext cx="200025" cy="275034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1493044" y="2746772"/>
            <a:ext cx="200025" cy="75009"/>
          </a:xfrm>
          <a:prstGeom prst="round2SameRect">
            <a:avLst>
              <a:gd name="adj" fmla="val 28572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1735931" y="2521744"/>
            <a:ext cx="200025" cy="300038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171450" y="4014788"/>
            <a:ext cx="4229100" cy="985838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594" y="4021931"/>
            <a:ext cx="4214813" cy="200025"/>
          </a:xfrm>
          <a:prstGeom prst="rect">
            <a:avLst/>
          </a:prstGeom>
          <a:solidFill>
            <a:srgbClr val="FEE2E2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264319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506" dirty="0"/>
          </a:p>
        </p:txBody>
      </p:sp>
      <p:sp>
        <p:nvSpPr>
          <p:cNvPr id="43" name="Text 41"/>
          <p:cNvSpPr/>
          <p:nvPr/>
        </p:nvSpPr>
        <p:spPr>
          <a:xfrm>
            <a:off x="131087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06" dirty="0"/>
          </a:p>
        </p:txBody>
      </p:sp>
      <p:sp>
        <p:nvSpPr>
          <p:cNvPr id="44" name="Text 42"/>
          <p:cNvSpPr/>
          <p:nvPr/>
        </p:nvSpPr>
        <p:spPr>
          <a:xfrm>
            <a:off x="235743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506" dirty="0"/>
          </a:p>
        </p:txBody>
      </p:sp>
      <p:sp>
        <p:nvSpPr>
          <p:cNvPr id="45" name="Text 43"/>
          <p:cNvSpPr/>
          <p:nvPr/>
        </p:nvSpPr>
        <p:spPr>
          <a:xfrm>
            <a:off x="3403997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506" dirty="0"/>
          </a:p>
        </p:txBody>
      </p:sp>
      <p:sp>
        <p:nvSpPr>
          <p:cNvPr id="46" name="Shape 44"/>
          <p:cNvSpPr/>
          <p:nvPr/>
        </p:nvSpPr>
        <p:spPr>
          <a:xfrm>
            <a:off x="178594" y="42219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7" name="Shape 45"/>
          <p:cNvSpPr/>
          <p:nvPr/>
        </p:nvSpPr>
        <p:spPr>
          <a:xfrm>
            <a:off x="178594" y="43862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264319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/api/users</a:t>
            </a:r>
            <a:endParaRPr lang="en-US" sz="563" dirty="0"/>
          </a:p>
        </p:txBody>
      </p:sp>
      <p:sp>
        <p:nvSpPr>
          <p:cNvPr id="49" name="Text 47"/>
          <p:cNvSpPr/>
          <p:nvPr/>
        </p:nvSpPr>
        <p:spPr>
          <a:xfrm>
            <a:off x="131087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Degraded</a:t>
            </a:r>
            <a:endParaRPr lang="en-US" sz="563" dirty="0"/>
          </a:p>
        </p:txBody>
      </p:sp>
      <p:sp>
        <p:nvSpPr>
          <p:cNvPr id="50" name="Text 48"/>
          <p:cNvSpPr/>
          <p:nvPr/>
        </p:nvSpPr>
        <p:spPr>
          <a:xfrm>
            <a:off x="235743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820ms</a:t>
            </a:r>
            <a:endParaRPr lang="en-US" sz="563" dirty="0"/>
          </a:p>
        </p:txBody>
      </p:sp>
      <p:sp>
        <p:nvSpPr>
          <p:cNvPr id="51" name="Text 49"/>
          <p:cNvSpPr/>
          <p:nvPr/>
        </p:nvSpPr>
        <p:spPr>
          <a:xfrm>
            <a:off x="3403997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563" dirty="0"/>
          </a:p>
        </p:txBody>
      </p:sp>
      <p:sp>
        <p:nvSpPr>
          <p:cNvPr id="52" name="Shape 50"/>
          <p:cNvSpPr/>
          <p:nvPr/>
        </p:nvSpPr>
        <p:spPr>
          <a:xfrm>
            <a:off x="178594" y="439340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3" name="Shape 51"/>
          <p:cNvSpPr/>
          <p:nvPr/>
        </p:nvSpPr>
        <p:spPr>
          <a:xfrm>
            <a:off x="178594" y="455771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54" name="Text 52"/>
          <p:cNvSpPr/>
          <p:nvPr/>
        </p:nvSpPr>
        <p:spPr>
          <a:xfrm>
            <a:off x="264319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/api/orders</a:t>
            </a:r>
            <a:endParaRPr lang="en-US" sz="563" dirty="0"/>
          </a:p>
        </p:txBody>
      </p:sp>
      <p:sp>
        <p:nvSpPr>
          <p:cNvPr id="55" name="Text 53"/>
          <p:cNvSpPr/>
          <p:nvPr/>
        </p:nvSpPr>
        <p:spPr>
          <a:xfrm>
            <a:off x="131087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</a:t>
            </a:r>
            <a:endParaRPr lang="en-US" sz="563" dirty="0"/>
          </a:p>
        </p:txBody>
      </p:sp>
      <p:sp>
        <p:nvSpPr>
          <p:cNvPr id="56" name="Text 54"/>
          <p:cNvSpPr/>
          <p:nvPr/>
        </p:nvSpPr>
        <p:spPr>
          <a:xfrm>
            <a:off x="235743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</a:t>
            </a:r>
            <a:endParaRPr lang="en-US" sz="563" dirty="0"/>
          </a:p>
        </p:txBody>
      </p:sp>
      <p:sp>
        <p:nvSpPr>
          <p:cNvPr id="57" name="Text 55"/>
          <p:cNvSpPr/>
          <p:nvPr/>
        </p:nvSpPr>
        <p:spPr>
          <a:xfrm>
            <a:off x="3403997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</a:t>
            </a:r>
            <a:endParaRPr lang="en-US" sz="563" dirty="0"/>
          </a:p>
        </p:txBody>
      </p:sp>
      <p:sp>
        <p:nvSpPr>
          <p:cNvPr id="58" name="Shape 56"/>
          <p:cNvSpPr/>
          <p:nvPr/>
        </p:nvSpPr>
        <p:spPr>
          <a:xfrm>
            <a:off x="178594" y="45648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9" name="Shape 57"/>
          <p:cNvSpPr/>
          <p:nvPr/>
        </p:nvSpPr>
        <p:spPr>
          <a:xfrm>
            <a:off x="178594" y="47291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0" name="Text 58"/>
          <p:cNvSpPr/>
          <p:nvPr/>
        </p:nvSpPr>
        <p:spPr>
          <a:xfrm>
            <a:off x="264319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/api/analytics</a:t>
            </a:r>
            <a:endParaRPr lang="en-US" sz="563" dirty="0"/>
          </a:p>
        </p:txBody>
      </p:sp>
      <p:sp>
        <p:nvSpPr>
          <p:cNvPr id="61" name="Text 59"/>
          <p:cNvSpPr/>
          <p:nvPr/>
        </p:nvSpPr>
        <p:spPr>
          <a:xfrm>
            <a:off x="131087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</a:t>
            </a:r>
            <a:endParaRPr lang="en-US" sz="563" dirty="0"/>
          </a:p>
        </p:txBody>
      </p:sp>
      <p:sp>
        <p:nvSpPr>
          <p:cNvPr id="62" name="Text 60"/>
          <p:cNvSpPr/>
          <p:nvPr/>
        </p:nvSpPr>
        <p:spPr>
          <a:xfrm>
            <a:off x="235743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2.4s</a:t>
            </a:r>
            <a:endParaRPr lang="en-US" sz="563" dirty="0"/>
          </a:p>
        </p:txBody>
      </p:sp>
      <p:sp>
        <p:nvSpPr>
          <p:cNvPr id="63" name="Text 61"/>
          <p:cNvSpPr/>
          <p:nvPr/>
        </p:nvSpPr>
        <p:spPr>
          <a:xfrm>
            <a:off x="3403997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563" dirty="0"/>
          </a:p>
        </p:txBody>
      </p:sp>
      <p:sp>
        <p:nvSpPr>
          <p:cNvPr id="64" name="Shape 62"/>
          <p:cNvSpPr/>
          <p:nvPr/>
        </p:nvSpPr>
        <p:spPr>
          <a:xfrm>
            <a:off x="4572000" y="0"/>
            <a:ext cx="4572000" cy="4000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65" name="Text 63"/>
          <p:cNvSpPr/>
          <p:nvPr/>
        </p:nvSpPr>
        <p:spPr>
          <a:xfrm>
            <a:off x="5169075" y="0"/>
            <a:ext cx="3974925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Dashboard v2</a:t>
            </a:r>
            <a:endParaRPr lang="en-US" sz="1013" dirty="0"/>
          </a:p>
        </p:txBody>
      </p:sp>
      <p:sp>
        <p:nvSpPr>
          <p:cNvPr id="66" name="Text 64"/>
          <p:cNvSpPr/>
          <p:nvPr/>
        </p:nvSpPr>
        <p:spPr>
          <a:xfrm>
            <a:off x="4772025" y="150019"/>
            <a:ext cx="382762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spc="113" kern="0" dirty="0">
                <a:solidFill>
                  <a:srgbClr val="D0ED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619" dirty="0"/>
          </a:p>
        </p:txBody>
      </p:sp>
      <p:sp>
        <p:nvSpPr>
          <p:cNvPr id="67" name="Shape 65"/>
          <p:cNvSpPr/>
          <p:nvPr/>
        </p:nvSpPr>
        <p:spPr>
          <a:xfrm>
            <a:off x="4572000" y="400050"/>
            <a:ext cx="4572000" cy="4743450"/>
          </a:xfrm>
          <a:prstGeom prst="rect">
            <a:avLst/>
          </a:prstGeom>
          <a:solidFill>
            <a:srgbClr val="F0FDF4"/>
          </a:solidFill>
          <a:ln>
            <a:noFill/>
          </a:ln>
        </p:spPr>
      </p:sp>
      <p:sp>
        <p:nvSpPr>
          <p:cNvPr id="68" name="Shape 66"/>
          <p:cNvSpPr/>
          <p:nvPr/>
        </p:nvSpPr>
        <p:spPr>
          <a:xfrm>
            <a:off x="4743450" y="542925"/>
            <a:ext cx="4229100" cy="257175"/>
          </a:xfrm>
          <a:prstGeom prst="roundRect">
            <a:avLst>
              <a:gd name="adj" fmla="val 16667"/>
            </a:avLst>
          </a:prstGeom>
          <a:solidFill>
            <a:srgbClr val="000000">
              <a:alpha val="6000"/>
            </a:srgbClr>
          </a:solidFill>
          <a:ln>
            <a:noFill/>
          </a:ln>
        </p:spPr>
      </p:sp>
      <p:sp>
        <p:nvSpPr>
          <p:cNvPr id="69" name="Shape 67"/>
          <p:cNvSpPr/>
          <p:nvPr/>
        </p:nvSpPr>
        <p:spPr>
          <a:xfrm>
            <a:off x="4829175" y="635794"/>
            <a:ext cx="428625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5314950" y="635794"/>
            <a:ext cx="28575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1" name="Shape 69"/>
          <p:cNvSpPr/>
          <p:nvPr/>
        </p:nvSpPr>
        <p:spPr>
          <a:xfrm>
            <a:off x="5657850" y="635794"/>
            <a:ext cx="57150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2" name="Shape 70"/>
          <p:cNvSpPr/>
          <p:nvPr/>
        </p:nvSpPr>
        <p:spPr>
          <a:xfrm>
            <a:off x="4743450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850606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TIME</a:t>
            </a:r>
            <a:endParaRPr lang="en-US" sz="563" dirty="0"/>
          </a:p>
        </p:txBody>
      </p:sp>
      <p:sp>
        <p:nvSpPr>
          <p:cNvPr id="74" name="Text 72"/>
          <p:cNvSpPr/>
          <p:nvPr/>
        </p:nvSpPr>
        <p:spPr>
          <a:xfrm>
            <a:off x="4850606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0.8s</a:t>
            </a:r>
            <a:endParaRPr lang="en-US" sz="1238" dirty="0"/>
          </a:p>
        </p:txBody>
      </p:sp>
      <p:sp>
        <p:nvSpPr>
          <p:cNvPr id="75" name="Text 73"/>
          <p:cNvSpPr/>
          <p:nvPr/>
        </p:nvSpPr>
        <p:spPr>
          <a:xfrm>
            <a:off x="4850606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5x faster</a:t>
            </a:r>
            <a:endParaRPr lang="en-US" sz="619" dirty="0"/>
          </a:p>
        </p:txBody>
      </p:sp>
      <p:sp>
        <p:nvSpPr>
          <p:cNvPr id="76" name="Shape 74"/>
          <p:cNvSpPr/>
          <p:nvPr/>
        </p:nvSpPr>
        <p:spPr>
          <a:xfrm>
            <a:off x="6181701" y="900113"/>
            <a:ext cx="1352598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288857" y="1007269"/>
            <a:ext cx="122401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RATE</a:t>
            </a:r>
            <a:endParaRPr lang="en-US" sz="563" dirty="0"/>
          </a:p>
        </p:txBody>
      </p:sp>
      <p:sp>
        <p:nvSpPr>
          <p:cNvPr id="78" name="Text 76"/>
          <p:cNvSpPr/>
          <p:nvPr/>
        </p:nvSpPr>
        <p:spPr>
          <a:xfrm>
            <a:off x="6288857" y="1135856"/>
            <a:ext cx="122401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0.3%</a:t>
            </a:r>
            <a:endParaRPr lang="en-US" sz="1238" dirty="0"/>
          </a:p>
        </p:txBody>
      </p:sp>
      <p:sp>
        <p:nvSpPr>
          <p:cNvPr id="79" name="Text 77"/>
          <p:cNvSpPr/>
          <p:nvPr/>
        </p:nvSpPr>
        <p:spPr>
          <a:xfrm>
            <a:off x="6288857" y="1350169"/>
            <a:ext cx="12240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97% reduction</a:t>
            </a:r>
            <a:endParaRPr lang="en-US" sz="619" dirty="0"/>
          </a:p>
        </p:txBody>
      </p:sp>
      <p:sp>
        <p:nvSpPr>
          <p:cNvPr id="80" name="Shape 78"/>
          <p:cNvSpPr/>
          <p:nvPr/>
        </p:nvSpPr>
        <p:spPr>
          <a:xfrm>
            <a:off x="7620024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7727180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spc="4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563" dirty="0"/>
          </a:p>
        </p:txBody>
      </p:sp>
      <p:sp>
        <p:nvSpPr>
          <p:cNvPr id="82" name="Text 80"/>
          <p:cNvSpPr/>
          <p:nvPr/>
        </p:nvSpPr>
        <p:spPr>
          <a:xfrm>
            <a:off x="7727180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4.8/5</a:t>
            </a:r>
            <a:endParaRPr lang="en-US" sz="1238" dirty="0"/>
          </a:p>
        </p:txBody>
      </p:sp>
      <p:sp>
        <p:nvSpPr>
          <p:cNvPr id="83" name="Text 81"/>
          <p:cNvSpPr/>
          <p:nvPr/>
        </p:nvSpPr>
        <p:spPr>
          <a:xfrm>
            <a:off x="7727180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+129% improvement</a:t>
            </a:r>
            <a:endParaRPr lang="en-US" sz="619" dirty="0"/>
          </a:p>
        </p:txBody>
      </p:sp>
      <p:sp>
        <p:nvSpPr>
          <p:cNvPr id="84" name="Shape 82"/>
          <p:cNvSpPr/>
          <p:nvPr/>
        </p:nvSpPr>
        <p:spPr>
          <a:xfrm>
            <a:off x="7972425" y="1971675"/>
            <a:ext cx="1000125" cy="1943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65294" y="2064544"/>
            <a:ext cx="814388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6" name="Shape 84"/>
          <p:cNvSpPr/>
          <p:nvPr/>
        </p:nvSpPr>
        <p:spPr>
          <a:xfrm>
            <a:off x="8065294" y="2207419"/>
            <a:ext cx="773668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7" name="Shape 85"/>
          <p:cNvSpPr/>
          <p:nvPr/>
        </p:nvSpPr>
        <p:spPr>
          <a:xfrm>
            <a:off x="8065294" y="2350294"/>
            <a:ext cx="732877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8" name="Shape 86"/>
          <p:cNvSpPr/>
          <p:nvPr/>
        </p:nvSpPr>
        <p:spPr>
          <a:xfrm>
            <a:off x="8065294" y="2493169"/>
            <a:ext cx="692158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9" name="Shape 87"/>
          <p:cNvSpPr/>
          <p:nvPr/>
        </p:nvSpPr>
        <p:spPr>
          <a:xfrm>
            <a:off x="8065294" y="2636044"/>
            <a:ext cx="651439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90" name="Shape 88"/>
          <p:cNvSpPr/>
          <p:nvPr/>
        </p:nvSpPr>
        <p:spPr>
          <a:xfrm>
            <a:off x="8065294" y="2778919"/>
            <a:ext cx="610791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91" name="Shape 89"/>
          <p:cNvSpPr/>
          <p:nvPr/>
        </p:nvSpPr>
        <p:spPr>
          <a:xfrm>
            <a:off x="8065294" y="2921794"/>
            <a:ext cx="570071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92" name="Shape 90"/>
          <p:cNvSpPr/>
          <p:nvPr/>
        </p:nvSpPr>
        <p:spPr>
          <a:xfrm>
            <a:off x="8065294" y="3064669"/>
            <a:ext cx="529280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93" name="Shape 91"/>
          <p:cNvSpPr/>
          <p:nvPr/>
        </p:nvSpPr>
        <p:spPr>
          <a:xfrm>
            <a:off x="4743450" y="1971675"/>
            <a:ext cx="3143250" cy="19431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50606" y="2078831"/>
            <a:ext cx="30146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Performance (Stable)</a:t>
            </a:r>
            <a:endParaRPr lang="en-US" sz="619" dirty="0"/>
          </a:p>
        </p:txBody>
      </p:sp>
      <p:sp>
        <p:nvSpPr>
          <p:cNvPr id="95" name="Shape 93"/>
          <p:cNvSpPr/>
          <p:nvPr/>
        </p:nvSpPr>
        <p:spPr>
          <a:xfrm>
            <a:off x="4850606" y="2431804"/>
            <a:ext cx="200025" cy="389977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6" name="Shape 94"/>
          <p:cNvSpPr/>
          <p:nvPr/>
        </p:nvSpPr>
        <p:spPr>
          <a:xfrm>
            <a:off x="5093494" y="2411801"/>
            <a:ext cx="200025" cy="409980"/>
          </a:xfrm>
          <a:prstGeom prst="round2SameRect">
            <a:avLst>
              <a:gd name="adj" fmla="val 10714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7" name="Shape 95"/>
          <p:cNvSpPr/>
          <p:nvPr/>
        </p:nvSpPr>
        <p:spPr>
          <a:xfrm>
            <a:off x="5336381" y="2396728"/>
            <a:ext cx="200025" cy="425053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8" name="Shape 96"/>
          <p:cNvSpPr/>
          <p:nvPr/>
        </p:nvSpPr>
        <p:spPr>
          <a:xfrm>
            <a:off x="5579269" y="2421731"/>
            <a:ext cx="200025" cy="400050"/>
          </a:xfrm>
          <a:prstGeom prst="round2SameRect">
            <a:avLst>
              <a:gd name="adj" fmla="val 10714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9" name="Shape 97"/>
          <p:cNvSpPr/>
          <p:nvPr/>
        </p:nvSpPr>
        <p:spPr>
          <a:xfrm>
            <a:off x="5822156" y="2381798"/>
            <a:ext cx="200025" cy="439984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100" name="Shape 98"/>
          <p:cNvSpPr/>
          <p:nvPr/>
        </p:nvSpPr>
        <p:spPr>
          <a:xfrm>
            <a:off x="6065044" y="2371725"/>
            <a:ext cx="200025" cy="450056"/>
          </a:xfrm>
          <a:prstGeom prst="round2SameRect">
            <a:avLst>
              <a:gd name="adj" fmla="val 10714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101" name="Shape 99"/>
          <p:cNvSpPr/>
          <p:nvPr/>
        </p:nvSpPr>
        <p:spPr>
          <a:xfrm>
            <a:off x="6307931" y="2361795"/>
            <a:ext cx="200025" cy="459986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102" name="Shape 100"/>
          <p:cNvSpPr/>
          <p:nvPr/>
        </p:nvSpPr>
        <p:spPr>
          <a:xfrm>
            <a:off x="4743450" y="4014788"/>
            <a:ext cx="4229100" cy="985838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0594" y="4021931"/>
            <a:ext cx="4214813" cy="200025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104" name="Text 102"/>
          <p:cNvSpPr/>
          <p:nvPr/>
        </p:nvSpPr>
        <p:spPr>
          <a:xfrm>
            <a:off x="4836319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506" dirty="0"/>
          </a:p>
        </p:txBody>
      </p:sp>
      <p:sp>
        <p:nvSpPr>
          <p:cNvPr id="105" name="Text 103"/>
          <p:cNvSpPr/>
          <p:nvPr/>
        </p:nvSpPr>
        <p:spPr>
          <a:xfrm>
            <a:off x="588287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06" dirty="0"/>
          </a:p>
        </p:txBody>
      </p:sp>
      <p:sp>
        <p:nvSpPr>
          <p:cNvPr id="106" name="Text 104"/>
          <p:cNvSpPr/>
          <p:nvPr/>
        </p:nvSpPr>
        <p:spPr>
          <a:xfrm>
            <a:off x="692943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506" dirty="0"/>
          </a:p>
        </p:txBody>
      </p:sp>
      <p:sp>
        <p:nvSpPr>
          <p:cNvPr id="107" name="Text 105"/>
          <p:cNvSpPr/>
          <p:nvPr/>
        </p:nvSpPr>
        <p:spPr>
          <a:xfrm>
            <a:off x="7975997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506" dirty="0"/>
          </a:p>
        </p:txBody>
      </p:sp>
      <p:sp>
        <p:nvSpPr>
          <p:cNvPr id="108" name="Shape 106"/>
          <p:cNvSpPr/>
          <p:nvPr/>
        </p:nvSpPr>
        <p:spPr>
          <a:xfrm>
            <a:off x="4750594" y="42219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09" name="Shape 107"/>
          <p:cNvSpPr/>
          <p:nvPr/>
        </p:nvSpPr>
        <p:spPr>
          <a:xfrm>
            <a:off x="4750594" y="43862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10" name="Text 108"/>
          <p:cNvSpPr/>
          <p:nvPr/>
        </p:nvSpPr>
        <p:spPr>
          <a:xfrm>
            <a:off x="4836319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/api/users</a:t>
            </a:r>
            <a:endParaRPr lang="en-US" sz="563" dirty="0"/>
          </a:p>
        </p:txBody>
      </p:sp>
      <p:sp>
        <p:nvSpPr>
          <p:cNvPr id="111" name="Text 109"/>
          <p:cNvSpPr/>
          <p:nvPr/>
        </p:nvSpPr>
        <p:spPr>
          <a:xfrm>
            <a:off x="588287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12" name="Text 110"/>
          <p:cNvSpPr/>
          <p:nvPr/>
        </p:nvSpPr>
        <p:spPr>
          <a:xfrm>
            <a:off x="692943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45ms</a:t>
            </a:r>
            <a:endParaRPr lang="en-US" sz="563" dirty="0"/>
          </a:p>
        </p:txBody>
      </p:sp>
      <p:sp>
        <p:nvSpPr>
          <p:cNvPr id="113" name="Text 111"/>
          <p:cNvSpPr/>
          <p:nvPr/>
        </p:nvSpPr>
        <p:spPr>
          <a:xfrm>
            <a:off x="7975997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3" dirty="0"/>
          </a:p>
        </p:txBody>
      </p:sp>
      <p:sp>
        <p:nvSpPr>
          <p:cNvPr id="114" name="Shape 112"/>
          <p:cNvSpPr/>
          <p:nvPr/>
        </p:nvSpPr>
        <p:spPr>
          <a:xfrm>
            <a:off x="4750594" y="439340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5" name="Shape 113"/>
          <p:cNvSpPr/>
          <p:nvPr/>
        </p:nvSpPr>
        <p:spPr>
          <a:xfrm>
            <a:off x="4750594" y="455771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16" name="Text 114"/>
          <p:cNvSpPr/>
          <p:nvPr/>
        </p:nvSpPr>
        <p:spPr>
          <a:xfrm>
            <a:off x="4836319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/api/orders</a:t>
            </a:r>
            <a:endParaRPr lang="en-US" sz="563" dirty="0"/>
          </a:p>
        </p:txBody>
      </p:sp>
      <p:sp>
        <p:nvSpPr>
          <p:cNvPr id="117" name="Text 115"/>
          <p:cNvSpPr/>
          <p:nvPr/>
        </p:nvSpPr>
        <p:spPr>
          <a:xfrm>
            <a:off x="588287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18" name="Text 116"/>
          <p:cNvSpPr/>
          <p:nvPr/>
        </p:nvSpPr>
        <p:spPr>
          <a:xfrm>
            <a:off x="692943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62ms</a:t>
            </a:r>
            <a:endParaRPr lang="en-US" sz="563" dirty="0"/>
          </a:p>
        </p:txBody>
      </p:sp>
      <p:sp>
        <p:nvSpPr>
          <p:cNvPr id="119" name="Text 117"/>
          <p:cNvSpPr/>
          <p:nvPr/>
        </p:nvSpPr>
        <p:spPr>
          <a:xfrm>
            <a:off x="7975997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63" dirty="0"/>
          </a:p>
        </p:txBody>
      </p:sp>
      <p:sp>
        <p:nvSpPr>
          <p:cNvPr id="120" name="Shape 118"/>
          <p:cNvSpPr/>
          <p:nvPr/>
        </p:nvSpPr>
        <p:spPr>
          <a:xfrm>
            <a:off x="4750594" y="45648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1" name="Shape 119"/>
          <p:cNvSpPr/>
          <p:nvPr/>
        </p:nvSpPr>
        <p:spPr>
          <a:xfrm>
            <a:off x="4750594" y="47291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22" name="Text 120"/>
          <p:cNvSpPr/>
          <p:nvPr/>
        </p:nvSpPr>
        <p:spPr>
          <a:xfrm>
            <a:off x="4836319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/api/analytics</a:t>
            </a:r>
            <a:endParaRPr lang="en-US" sz="563" dirty="0"/>
          </a:p>
        </p:txBody>
      </p:sp>
      <p:sp>
        <p:nvSpPr>
          <p:cNvPr id="123" name="Text 121"/>
          <p:cNvSpPr/>
          <p:nvPr/>
        </p:nvSpPr>
        <p:spPr>
          <a:xfrm>
            <a:off x="588287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24" name="Text 122"/>
          <p:cNvSpPr/>
          <p:nvPr/>
        </p:nvSpPr>
        <p:spPr>
          <a:xfrm>
            <a:off x="692943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120ms</a:t>
            </a:r>
            <a:endParaRPr lang="en-US" sz="563" dirty="0"/>
          </a:p>
        </p:txBody>
      </p:sp>
      <p:sp>
        <p:nvSpPr>
          <p:cNvPr id="125" name="Text 123"/>
          <p:cNvSpPr/>
          <p:nvPr/>
        </p:nvSpPr>
        <p:spPr>
          <a:xfrm>
            <a:off x="7975997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3" dirty="0"/>
          </a:p>
        </p:txBody>
      </p:sp>
      <p:sp>
        <p:nvSpPr>
          <p:cNvPr id="126" name="Shape 124"/>
          <p:cNvSpPr/>
          <p:nvPr/>
        </p:nvSpPr>
        <p:spPr>
          <a:xfrm>
            <a:off x="4557713" y="0"/>
            <a:ext cx="28575" cy="5143500"/>
          </a:xfrm>
          <a:prstGeom prst="rect">
            <a:avLst/>
          </a:prstGeom>
          <a:solidFill>
            <a:srgbClr val="374151"/>
          </a:solidFill>
          <a:ln>
            <a:noFill/>
          </a:ln>
        </p:spPr>
      </p:sp>
      <p:sp>
        <p:nvSpPr>
          <p:cNvPr id="127" name="Shape 125"/>
          <p:cNvSpPr/>
          <p:nvPr/>
        </p:nvSpPr>
        <p:spPr>
          <a:xfrm>
            <a:off x="4400550" y="2400300"/>
            <a:ext cx="342900" cy="342900"/>
          </a:xfrm>
          <a:prstGeom prst="ellipse">
            <a:avLst/>
          </a:prstGeom>
          <a:solidFill>
            <a:srgbClr val="374151"/>
          </a:solidFill>
          <a:ln>
            <a:noFill/>
          </a:ln>
          <a:effectLst>
            <a:outerShdw sx="100000" sy="100000" kx="0" ky="0" algn="bl" rotWithShape="0" blurRad="85725" dist="28575" dir="5400000">
              <a:srgbClr val="000000">
                <a:alpha val="20000"/>
              </a:srgbClr>
            </a:outerShdw>
          </a:effectLst>
        </p:spPr>
      </p:sp>
      <p:sp>
        <p:nvSpPr>
          <p:cNvPr id="128" name="Text 126"/>
          <p:cNvSpPr/>
          <p:nvPr/>
        </p:nvSpPr>
        <p:spPr>
          <a:xfrm>
            <a:off x="4400550" y="2400300"/>
            <a:ext cx="342900" cy="3429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record-slide_16-1781948677774</dc:title>
  <dc:subject>PptxGenJS Presentation</dc:subject>
  <dc:creator>PptxGenJS</dc:creator>
  <cp:lastModifiedBy>PptxGenJS</cp:lastModifiedBy>
  <cp:revision>1</cp:revision>
  <dcterms:created xsi:type="dcterms:W3CDTF">2026-06-20T09:44:41Z</dcterms:created>
  <dcterms:modified xsi:type="dcterms:W3CDTF">2026-06-20T09:44:41Z</dcterms:modified>
</cp:coreProperties>
</file>