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B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153" y="2558491"/>
            <a:ext cx="4717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Sequoia Capital</a:t>
            </a:r>
            <a:pPr algn="ctr" indent="0" marL="0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Pitch Deck Template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737153" y="4013302"/>
            <a:ext cx="471739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framework for structuring a startup pitch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5029200" cy="166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Company Purpose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Problem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Solution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Now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 Size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390" y="1476756"/>
            <a:ext cx="5029200" cy="166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Competition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Model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Team</a:t>
            </a:r>
            <a:endParaRPr lang="en-US" sz="1300" dirty="0"/>
          </a:p>
          <a:p>
            <a:pPr marL="342900" indent="-342900">
              <a:lnSpc>
                <a:spcPct val="17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this deck covers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Company Purpose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67105" y="1552651"/>
            <a:ext cx="6476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Define the company in a single declarative sentence.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7105" y="2208276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This sentence is the north star of the entire deck. Every subsequent slide either supports it or loses the audience. Write it before building any other slide.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Describe the problem in the customer's own words, not yours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Show how customers address this issue today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Make clear why the current approach is insufficient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pain does the customer feel?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the core value proposition directly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Show where the product sits in the customer's workflow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Provide one concrete use case with a named customer 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do we make the customer's life better?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67105" y="3167482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Optional: include a before/after framing in prose if the transformation is not obvious from the bullets alone.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is this the right moment?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67105" y="1552651"/>
            <a:ext cx="666689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 up the historical evolution of the category. Show the trajectory that leads to now.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7105" y="2072945"/>
            <a:ext cx="6666890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Name the recent shift — technical, regulatory, behavioral, or economic — that makes this solution possible and necessary today rather than five years ago.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179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Profile the customer you are targeting with specificity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TAM: total addressable market, calculated top-down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SAM: serviceable addressable market, calculated bottoms-up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SOM: the portion realistically capturable in years one through three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large is the opportunity?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67105" y="361736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Optional: cite the source for each estimate. Unsourced large numbers are a credibility liability.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List primary direct and indirect competitors by name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your defensible advantages against each category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Identify where competitors are strong and why you are not competing there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Who else is in this space?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67105" y="3167482"/>
            <a:ext cx="609539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not claim there are no competitors. Every evaluator will name three before you finish the sentence.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179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Form factor, core functionality, and key features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decisions that create defensibility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Intellectual property or technical differentiation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Development roadmap with concrete milestones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are we building?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67105" y="3617366"/>
            <a:ext cx="55248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Optional: include current product status — concept, beta, or shipping — so the audience calibrates expectations correctly.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179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 model and pricing structure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Average account size or customer lifetime value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Sales motion and distribution channels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 customer list or pipeline with named accounts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do we make money?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Who is building this?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67105" y="1552651"/>
            <a:ext cx="6476695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Name founders and key management. State the specific experience that qualifies each person for their role.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7105" y="2363724"/>
            <a:ext cx="647669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List board of directors and advisors separately.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67105" y="2884018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Optional: note any domain expertise gaps and how you are addressing them. Acknowledging gaps builds more trust than the audience assumes you are hiding.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476756"/>
            <a:ext cx="10058400" cy="224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Profit and loss projection (three-year minimum)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Cash flow forecast with burn rate and runway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Balance sheet — optional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 table — optional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deal: raise amount, instrument, and use of funds — optional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7105" y="685800"/>
            <a:ext cx="1005840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5CB8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do the numbers show?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B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1041" y="2864815"/>
            <a:ext cx="65096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Here is what we are asking for.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41041" y="3717950"/>
            <a:ext cx="6509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the raise amount, the instrument, the use of funds, and the timeline.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2026-04-12T21:43:19Z</dcterms:created>
  <dcterms:modified xsi:type="dcterms:W3CDTF">2026-04-12T21:43:19Z</dcterms:modified>
</cp:coreProperties>
</file>