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76152" y="285750"/>
            <a:ext cx="991624" cy="192881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>
            <a:noFill/>
          </a:ln>
        </p:spPr>
      </p:sp>
      <p:sp>
        <p:nvSpPr>
          <p:cNvPr id="3" name="Text 1"/>
          <p:cNvSpPr/>
          <p:nvPr/>
        </p:nvSpPr>
        <p:spPr>
          <a:xfrm>
            <a:off x="3876127" y="285750"/>
            <a:ext cx="1391674" cy="192881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75" b="1" spc="84" kern="0" dirty="0">
                <a:solidFill>
                  <a:srgbClr val="636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SOCIAL PROOF</a:t>
            </a:r>
            <a:endParaRPr lang="en-US" sz="675" dirty="0"/>
          </a:p>
        </p:txBody>
      </p:sp>
      <p:sp>
        <p:nvSpPr>
          <p:cNvPr id="4" name="Text 2"/>
          <p:cNvSpPr/>
          <p:nvPr/>
        </p:nvSpPr>
        <p:spPr>
          <a:xfrm>
            <a:off x="2682121" y="578644"/>
            <a:ext cx="3779687" cy="378619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50" b="1" dirty="0">
                <a:solidFill>
                  <a:srgbClr val="11182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Trusted by 500+ Companies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2700909" y="1000125"/>
            <a:ext cx="3742111" cy="135731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44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startups to Fortune 500, teams rely on us to power their workflows</a:t>
            </a:r>
            <a:endParaRPr lang="en-US" sz="844" dirty="0"/>
          </a:p>
        </p:txBody>
      </p:sp>
      <p:sp>
        <p:nvSpPr>
          <p:cNvPr id="6" name="Shape 4"/>
          <p:cNvSpPr/>
          <p:nvPr/>
        </p:nvSpPr>
        <p:spPr>
          <a:xfrm>
            <a:off x="1357313" y="1350169"/>
            <a:ext cx="1521619" cy="5143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7144" algn="in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64456" y="1357313"/>
            <a:ext cx="1507331" cy="500063"/>
          </a:xfrm>
          <a:prstGeom prst="roundRect">
            <a:avLst>
              <a:gd name="adj" fmla="val 15714"/>
            </a:avLst>
          </a:prstGeom>
          <a:solidFill>
            <a:srgbClr val="4285F4"/>
          </a:solidFill>
          <a:ln>
            <a:noFill/>
          </a:ln>
        </p:spPr>
      </p:sp>
      <p:sp>
        <p:nvSpPr>
          <p:cNvPr id="8" name="Shape 6"/>
          <p:cNvSpPr/>
          <p:nvPr/>
        </p:nvSpPr>
        <p:spPr>
          <a:xfrm>
            <a:off x="1364456" y="1378744"/>
            <a:ext cx="1507331" cy="478631"/>
          </a:xfrm>
          <a:prstGeom prst="roundRect">
            <a:avLst>
              <a:gd name="adj" fmla="val 16418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9" name="Text 7"/>
          <p:cNvSpPr/>
          <p:nvPr/>
        </p:nvSpPr>
        <p:spPr>
          <a:xfrm>
            <a:off x="1357313" y="1350169"/>
            <a:ext cx="1521619" cy="5143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44" b="1" dirty="0">
                <a:solidFill>
                  <a:srgbClr val="428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Acme Corp</a:t>
            </a:r>
            <a:endParaRPr lang="en-US" sz="844" dirty="0"/>
          </a:p>
        </p:txBody>
      </p:sp>
      <p:sp>
        <p:nvSpPr>
          <p:cNvPr id="10" name="Shape 8"/>
          <p:cNvSpPr/>
          <p:nvPr/>
        </p:nvSpPr>
        <p:spPr>
          <a:xfrm>
            <a:off x="2993231" y="1350169"/>
            <a:ext cx="1521619" cy="5143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7144" algn="in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000375" y="1357313"/>
            <a:ext cx="1507331" cy="500063"/>
          </a:xfrm>
          <a:prstGeom prst="roundRect">
            <a:avLst>
              <a:gd name="adj" fmla="val 15714"/>
            </a:avLst>
          </a:prstGeom>
          <a:solidFill>
            <a:srgbClr val="1DA1F2"/>
          </a:solidFill>
          <a:ln>
            <a:noFill/>
          </a:ln>
        </p:spPr>
      </p:sp>
      <p:sp>
        <p:nvSpPr>
          <p:cNvPr id="12" name="Shape 10"/>
          <p:cNvSpPr/>
          <p:nvPr/>
        </p:nvSpPr>
        <p:spPr>
          <a:xfrm>
            <a:off x="3000375" y="1378744"/>
            <a:ext cx="1507331" cy="478631"/>
          </a:xfrm>
          <a:prstGeom prst="roundRect">
            <a:avLst>
              <a:gd name="adj" fmla="val 16418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3" name="Text 11"/>
          <p:cNvSpPr/>
          <p:nvPr/>
        </p:nvSpPr>
        <p:spPr>
          <a:xfrm>
            <a:off x="2993231" y="1350169"/>
            <a:ext cx="1521619" cy="5143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44" b="1" dirty="0">
                <a:solidFill>
                  <a:srgbClr val="1DA1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StreamLine</a:t>
            </a:r>
            <a:endParaRPr lang="en-US" sz="844" dirty="0"/>
          </a:p>
        </p:txBody>
      </p:sp>
      <p:sp>
        <p:nvSpPr>
          <p:cNvPr id="14" name="Shape 12"/>
          <p:cNvSpPr/>
          <p:nvPr/>
        </p:nvSpPr>
        <p:spPr>
          <a:xfrm>
            <a:off x="4629150" y="1350169"/>
            <a:ext cx="1521619" cy="5143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7144" algn="in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36294" y="1357313"/>
            <a:ext cx="1507331" cy="500063"/>
          </a:xfrm>
          <a:prstGeom prst="roundRect">
            <a:avLst>
              <a:gd name="adj" fmla="val 15714"/>
            </a:avLst>
          </a:prstGeom>
          <a:solidFill>
            <a:srgbClr val="FF6900"/>
          </a:solidFill>
          <a:ln>
            <a:noFill/>
          </a:ln>
        </p:spPr>
      </p:sp>
      <p:sp>
        <p:nvSpPr>
          <p:cNvPr id="16" name="Shape 14"/>
          <p:cNvSpPr/>
          <p:nvPr/>
        </p:nvSpPr>
        <p:spPr>
          <a:xfrm>
            <a:off x="4636294" y="1378744"/>
            <a:ext cx="1507331" cy="478631"/>
          </a:xfrm>
          <a:prstGeom prst="roundRect">
            <a:avLst>
              <a:gd name="adj" fmla="val 16418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7" name="Text 15"/>
          <p:cNvSpPr/>
          <p:nvPr/>
        </p:nvSpPr>
        <p:spPr>
          <a:xfrm>
            <a:off x="4629150" y="1350169"/>
            <a:ext cx="1521619" cy="5143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44" b="1" dirty="0">
                <a:solidFill>
                  <a:srgbClr val="FF69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NovaTech</a:t>
            </a:r>
            <a:endParaRPr lang="en-US" sz="844" dirty="0"/>
          </a:p>
        </p:txBody>
      </p:sp>
      <p:sp>
        <p:nvSpPr>
          <p:cNvPr id="18" name="Shape 16"/>
          <p:cNvSpPr/>
          <p:nvPr/>
        </p:nvSpPr>
        <p:spPr>
          <a:xfrm>
            <a:off x="6265069" y="1350169"/>
            <a:ext cx="1521619" cy="5143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7144" algn="in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72213" y="1357313"/>
            <a:ext cx="1507331" cy="500063"/>
          </a:xfrm>
          <a:prstGeom prst="roundRect">
            <a:avLst>
              <a:gd name="adj" fmla="val 15714"/>
            </a:avLst>
          </a:prstGeom>
          <a:solidFill>
            <a:srgbClr val="0A66C2"/>
          </a:solidFill>
          <a:ln>
            <a:noFill/>
          </a:ln>
        </p:spPr>
      </p:sp>
      <p:sp>
        <p:nvSpPr>
          <p:cNvPr id="20" name="Shape 18"/>
          <p:cNvSpPr/>
          <p:nvPr/>
        </p:nvSpPr>
        <p:spPr>
          <a:xfrm>
            <a:off x="6272213" y="1378744"/>
            <a:ext cx="1507331" cy="478631"/>
          </a:xfrm>
          <a:prstGeom prst="roundRect">
            <a:avLst>
              <a:gd name="adj" fmla="val 16418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21" name="Text 19"/>
          <p:cNvSpPr/>
          <p:nvPr/>
        </p:nvSpPr>
        <p:spPr>
          <a:xfrm>
            <a:off x="6265069" y="1350169"/>
            <a:ext cx="1521619" cy="5143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44" b="1" dirty="0">
                <a:solidFill>
                  <a:srgbClr val="0A66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BlueShift</a:t>
            </a:r>
            <a:endParaRPr lang="en-US" sz="844" dirty="0"/>
          </a:p>
        </p:txBody>
      </p:sp>
      <p:sp>
        <p:nvSpPr>
          <p:cNvPr id="22" name="Shape 20"/>
          <p:cNvSpPr/>
          <p:nvPr/>
        </p:nvSpPr>
        <p:spPr>
          <a:xfrm>
            <a:off x="1357313" y="1978819"/>
            <a:ext cx="1521619" cy="5143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7144" algn="in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364456" y="1985963"/>
            <a:ext cx="1507331" cy="500063"/>
          </a:xfrm>
          <a:prstGeom prst="roundRect">
            <a:avLst>
              <a:gd name="adj" fmla="val 15714"/>
            </a:avLst>
          </a:prstGeom>
          <a:solidFill>
            <a:srgbClr val="7B68EE"/>
          </a:solidFill>
          <a:ln>
            <a:noFill/>
          </a:ln>
        </p:spPr>
      </p:sp>
      <p:sp>
        <p:nvSpPr>
          <p:cNvPr id="24" name="Shape 22"/>
          <p:cNvSpPr/>
          <p:nvPr/>
        </p:nvSpPr>
        <p:spPr>
          <a:xfrm>
            <a:off x="1364456" y="2007394"/>
            <a:ext cx="1507331" cy="478631"/>
          </a:xfrm>
          <a:prstGeom prst="roundRect">
            <a:avLst>
              <a:gd name="adj" fmla="val 16418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25" name="Text 23"/>
          <p:cNvSpPr/>
          <p:nvPr/>
        </p:nvSpPr>
        <p:spPr>
          <a:xfrm>
            <a:off x="1357313" y="1978819"/>
            <a:ext cx="1521619" cy="5143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44" b="1" dirty="0">
                <a:solidFill>
                  <a:srgbClr val="7B68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Quantum AI</a:t>
            </a:r>
            <a:endParaRPr lang="en-US" sz="844" dirty="0"/>
          </a:p>
        </p:txBody>
      </p:sp>
      <p:sp>
        <p:nvSpPr>
          <p:cNvPr id="26" name="Shape 24"/>
          <p:cNvSpPr/>
          <p:nvPr/>
        </p:nvSpPr>
        <p:spPr>
          <a:xfrm>
            <a:off x="2993231" y="1978819"/>
            <a:ext cx="1521619" cy="5143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7144" algn="in">
            <a:solidFill>
              <a:srgbClr val="E5E7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000375" y="1985963"/>
            <a:ext cx="1507331" cy="500063"/>
          </a:xfrm>
          <a:prstGeom prst="roundRect">
            <a:avLst>
              <a:gd name="adj" fmla="val 15714"/>
            </a:avLst>
          </a:prstGeom>
          <a:solidFill>
            <a:srgbClr val="E11D48"/>
          </a:solidFill>
          <a:ln>
            <a:noFill/>
          </a:ln>
        </p:spPr>
      </p:sp>
      <p:sp>
        <p:nvSpPr>
          <p:cNvPr id="28" name="Shape 26"/>
          <p:cNvSpPr/>
          <p:nvPr/>
        </p:nvSpPr>
        <p:spPr>
          <a:xfrm>
            <a:off x="3000375" y="2007394"/>
            <a:ext cx="1507331" cy="478631"/>
          </a:xfrm>
          <a:prstGeom prst="roundRect">
            <a:avLst>
              <a:gd name="adj" fmla="val 16418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29" name="Text 27"/>
          <p:cNvSpPr/>
          <p:nvPr/>
        </p:nvSpPr>
        <p:spPr>
          <a:xfrm>
            <a:off x="2993231" y="1978819"/>
            <a:ext cx="1521619" cy="5143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44" b="1" dirty="0">
                <a:solidFill>
                  <a:srgbClr val="E11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RedPanda</a:t>
            </a:r>
            <a:endParaRPr lang="en-US" sz="844" dirty="0"/>
          </a:p>
        </p:txBody>
      </p:sp>
      <p:sp>
        <p:nvSpPr>
          <p:cNvPr id="30" name="Shape 28"/>
          <p:cNvSpPr/>
          <p:nvPr/>
        </p:nvSpPr>
        <p:spPr>
          <a:xfrm>
            <a:off x="4629150" y="1978819"/>
            <a:ext cx="1521619" cy="5143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7144" algn="in">
            <a:solidFill>
              <a:srgbClr val="E5E7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36294" y="1985963"/>
            <a:ext cx="1507331" cy="500063"/>
          </a:xfrm>
          <a:prstGeom prst="roundRect">
            <a:avLst>
              <a:gd name="adj" fmla="val 15714"/>
            </a:avLst>
          </a:prstGeom>
          <a:solidFill>
            <a:srgbClr val="059669"/>
          </a:solidFill>
          <a:ln>
            <a:noFill/>
          </a:ln>
        </p:spPr>
      </p:sp>
      <p:sp>
        <p:nvSpPr>
          <p:cNvPr id="32" name="Shape 30"/>
          <p:cNvSpPr/>
          <p:nvPr/>
        </p:nvSpPr>
        <p:spPr>
          <a:xfrm>
            <a:off x="4636294" y="2007394"/>
            <a:ext cx="1507331" cy="478631"/>
          </a:xfrm>
          <a:prstGeom prst="roundRect">
            <a:avLst>
              <a:gd name="adj" fmla="val 16418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33" name="Text 31"/>
          <p:cNvSpPr/>
          <p:nvPr/>
        </p:nvSpPr>
        <p:spPr>
          <a:xfrm>
            <a:off x="4629150" y="1978819"/>
            <a:ext cx="1521619" cy="5143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44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EverGreen</a:t>
            </a:r>
            <a:endParaRPr lang="en-US" sz="844" dirty="0"/>
          </a:p>
        </p:txBody>
      </p:sp>
      <p:sp>
        <p:nvSpPr>
          <p:cNvPr id="34" name="Shape 32"/>
          <p:cNvSpPr/>
          <p:nvPr/>
        </p:nvSpPr>
        <p:spPr>
          <a:xfrm>
            <a:off x="6265069" y="1978819"/>
            <a:ext cx="1521619" cy="5143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7144" algn="in">
            <a:solidFill>
              <a:srgbClr val="E5E7E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272213" y="1985963"/>
            <a:ext cx="1507331" cy="500063"/>
          </a:xfrm>
          <a:prstGeom prst="roundRect">
            <a:avLst>
              <a:gd name="adj" fmla="val 15714"/>
            </a:avLst>
          </a:prstGeom>
          <a:solidFill>
            <a:srgbClr val="8B5CF6"/>
          </a:solidFill>
          <a:ln>
            <a:noFill/>
          </a:ln>
        </p:spPr>
      </p:sp>
      <p:sp>
        <p:nvSpPr>
          <p:cNvPr id="36" name="Shape 34"/>
          <p:cNvSpPr/>
          <p:nvPr/>
        </p:nvSpPr>
        <p:spPr>
          <a:xfrm>
            <a:off x="6272213" y="2007394"/>
            <a:ext cx="1507331" cy="478631"/>
          </a:xfrm>
          <a:prstGeom prst="roundRect">
            <a:avLst>
              <a:gd name="adj" fmla="val 16418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37" name="Text 35"/>
          <p:cNvSpPr/>
          <p:nvPr/>
        </p:nvSpPr>
        <p:spPr>
          <a:xfrm>
            <a:off x="6265069" y="1978819"/>
            <a:ext cx="1521619" cy="5143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44" b="1" dirty="0">
                <a:solidFill>
                  <a:srgbClr val="8B5C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VioletLab</a:t>
            </a:r>
            <a:endParaRPr lang="en-US" sz="844" dirty="0"/>
          </a:p>
        </p:txBody>
      </p:sp>
      <p:sp>
        <p:nvSpPr>
          <p:cNvPr id="38" name="Shape 36"/>
          <p:cNvSpPr/>
          <p:nvPr/>
        </p:nvSpPr>
        <p:spPr>
          <a:xfrm>
            <a:off x="1357313" y="2607469"/>
            <a:ext cx="1521619" cy="5143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7144" algn="in">
            <a:solidFill>
              <a:srgbClr val="E5E7E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364456" y="2614613"/>
            <a:ext cx="1507331" cy="500063"/>
          </a:xfrm>
          <a:prstGeom prst="roundRect">
            <a:avLst>
              <a:gd name="adj" fmla="val 15714"/>
            </a:avLst>
          </a:prstGeom>
          <a:solidFill>
            <a:srgbClr val="F59E0B"/>
          </a:solidFill>
          <a:ln>
            <a:noFill/>
          </a:ln>
        </p:spPr>
      </p:sp>
      <p:sp>
        <p:nvSpPr>
          <p:cNvPr id="40" name="Shape 38"/>
          <p:cNvSpPr/>
          <p:nvPr/>
        </p:nvSpPr>
        <p:spPr>
          <a:xfrm>
            <a:off x="1364456" y="2636044"/>
            <a:ext cx="1507331" cy="478631"/>
          </a:xfrm>
          <a:prstGeom prst="roundRect">
            <a:avLst>
              <a:gd name="adj" fmla="val 16418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41" name="Text 39"/>
          <p:cNvSpPr/>
          <p:nvPr/>
        </p:nvSpPr>
        <p:spPr>
          <a:xfrm>
            <a:off x="1357313" y="2607469"/>
            <a:ext cx="1521619" cy="5143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44" b="1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SunForge</a:t>
            </a:r>
            <a:endParaRPr lang="en-US" sz="844" dirty="0"/>
          </a:p>
        </p:txBody>
      </p:sp>
      <p:sp>
        <p:nvSpPr>
          <p:cNvPr id="42" name="Shape 40"/>
          <p:cNvSpPr/>
          <p:nvPr/>
        </p:nvSpPr>
        <p:spPr>
          <a:xfrm>
            <a:off x="2993231" y="2607469"/>
            <a:ext cx="1521619" cy="5143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7144" algn="in">
            <a:solidFill>
              <a:srgbClr val="E5E7E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000375" y="2614613"/>
            <a:ext cx="1507331" cy="500063"/>
          </a:xfrm>
          <a:prstGeom prst="roundRect">
            <a:avLst>
              <a:gd name="adj" fmla="val 15714"/>
            </a:avLst>
          </a:prstGeom>
          <a:solidFill>
            <a:srgbClr val="06B6D4"/>
          </a:solidFill>
          <a:ln>
            <a:noFill/>
          </a:ln>
        </p:spPr>
      </p:sp>
      <p:sp>
        <p:nvSpPr>
          <p:cNvPr id="44" name="Shape 42"/>
          <p:cNvSpPr/>
          <p:nvPr/>
        </p:nvSpPr>
        <p:spPr>
          <a:xfrm>
            <a:off x="3000375" y="2636044"/>
            <a:ext cx="1507331" cy="478631"/>
          </a:xfrm>
          <a:prstGeom prst="roundRect">
            <a:avLst>
              <a:gd name="adj" fmla="val 16418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45" name="Text 43"/>
          <p:cNvSpPr/>
          <p:nvPr/>
        </p:nvSpPr>
        <p:spPr>
          <a:xfrm>
            <a:off x="2993231" y="2607469"/>
            <a:ext cx="1521619" cy="5143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44" b="1" dirty="0">
                <a:solidFill>
                  <a:srgbClr val="06B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AquaFlow</a:t>
            </a:r>
            <a:endParaRPr lang="en-US" sz="844" dirty="0"/>
          </a:p>
        </p:txBody>
      </p:sp>
      <p:sp>
        <p:nvSpPr>
          <p:cNvPr id="46" name="Shape 44"/>
          <p:cNvSpPr/>
          <p:nvPr/>
        </p:nvSpPr>
        <p:spPr>
          <a:xfrm>
            <a:off x="4629150" y="2607469"/>
            <a:ext cx="1521619" cy="5143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7144" algn="in">
            <a:solidFill>
              <a:srgbClr val="E5E7E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636294" y="2614613"/>
            <a:ext cx="1507331" cy="500063"/>
          </a:xfrm>
          <a:prstGeom prst="roundRect">
            <a:avLst>
              <a:gd name="adj" fmla="val 15714"/>
            </a:avLst>
          </a:prstGeom>
          <a:solidFill>
            <a:srgbClr val="EC4899"/>
          </a:solidFill>
          <a:ln>
            <a:noFill/>
          </a:ln>
        </p:spPr>
      </p:sp>
      <p:sp>
        <p:nvSpPr>
          <p:cNvPr id="48" name="Shape 46"/>
          <p:cNvSpPr/>
          <p:nvPr/>
        </p:nvSpPr>
        <p:spPr>
          <a:xfrm>
            <a:off x="4636294" y="2636044"/>
            <a:ext cx="1507331" cy="478631"/>
          </a:xfrm>
          <a:prstGeom prst="roundRect">
            <a:avLst>
              <a:gd name="adj" fmla="val 16418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49" name="Text 47"/>
          <p:cNvSpPr/>
          <p:nvPr/>
        </p:nvSpPr>
        <p:spPr>
          <a:xfrm>
            <a:off x="4629150" y="2607469"/>
            <a:ext cx="1521619" cy="5143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44" b="1" dirty="0">
                <a:solidFill>
                  <a:srgbClr val="EC48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PinkCloud</a:t>
            </a:r>
            <a:endParaRPr lang="en-US" sz="844" dirty="0"/>
          </a:p>
        </p:txBody>
      </p:sp>
      <p:sp>
        <p:nvSpPr>
          <p:cNvPr id="50" name="Shape 48"/>
          <p:cNvSpPr/>
          <p:nvPr/>
        </p:nvSpPr>
        <p:spPr>
          <a:xfrm>
            <a:off x="6265069" y="2607469"/>
            <a:ext cx="1521619" cy="5143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7144" algn="in">
            <a:solidFill>
              <a:srgbClr val="E5E7E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272213" y="2614613"/>
            <a:ext cx="1507331" cy="500063"/>
          </a:xfrm>
          <a:prstGeom prst="roundRect">
            <a:avLst>
              <a:gd name="adj" fmla="val 15714"/>
            </a:avLst>
          </a:prstGeom>
          <a:solidFill>
            <a:srgbClr val="14B8A6"/>
          </a:solidFill>
          <a:ln>
            <a:noFill/>
          </a:ln>
        </p:spPr>
      </p:sp>
      <p:sp>
        <p:nvSpPr>
          <p:cNvPr id="52" name="Shape 50"/>
          <p:cNvSpPr/>
          <p:nvPr/>
        </p:nvSpPr>
        <p:spPr>
          <a:xfrm>
            <a:off x="6272213" y="2636044"/>
            <a:ext cx="1507331" cy="478631"/>
          </a:xfrm>
          <a:prstGeom prst="roundRect">
            <a:avLst>
              <a:gd name="adj" fmla="val 16418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53" name="Text 51"/>
          <p:cNvSpPr/>
          <p:nvPr/>
        </p:nvSpPr>
        <p:spPr>
          <a:xfrm>
            <a:off x="6265069" y="2607469"/>
            <a:ext cx="1521619" cy="5143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44" b="1" dirty="0">
                <a:solidFill>
                  <a:srgbClr val="14B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TealStack</a:t>
            </a:r>
            <a:endParaRPr lang="en-US" sz="844" dirty="0"/>
          </a:p>
        </p:txBody>
      </p:sp>
      <p:sp>
        <p:nvSpPr>
          <p:cNvPr id="54" name="Text 52"/>
          <p:cNvSpPr/>
          <p:nvPr/>
        </p:nvSpPr>
        <p:spPr>
          <a:xfrm>
            <a:off x="1465612" y="3321844"/>
            <a:ext cx="1200150" cy="2000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63" u="none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★</a:t>
            </a:r>
            <a:pPr algn="l" indent="0" marL="0">
              <a:lnSpc>
                <a:spcPct val="100000"/>
              </a:lnSpc>
              <a:buNone/>
            </a:pPr>
            <a:r>
              <a:rPr lang="en-US" sz="900" u="none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lnSpc>
                <a:spcPct val="100000"/>
              </a:lnSpc>
              <a:buNone/>
            </a:pPr>
            <a:r>
              <a:rPr lang="en-US" sz="1463" u="none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★</a:t>
            </a:r>
            <a:pPr algn="l" indent="0" marL="0">
              <a:lnSpc>
                <a:spcPct val="100000"/>
              </a:lnSpc>
              <a:buNone/>
            </a:pPr>
            <a:r>
              <a:rPr lang="en-US" sz="900" u="none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lnSpc>
                <a:spcPct val="100000"/>
              </a:lnSpc>
              <a:buNone/>
            </a:pPr>
            <a:r>
              <a:rPr lang="en-US" sz="1463" u="none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★</a:t>
            </a:r>
            <a:pPr algn="l" indent="0" marL="0">
              <a:lnSpc>
                <a:spcPct val="100000"/>
              </a:lnSpc>
              <a:buNone/>
            </a:pPr>
            <a:r>
              <a:rPr lang="en-US" sz="900" u="none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lnSpc>
                <a:spcPct val="100000"/>
              </a:lnSpc>
              <a:buNone/>
            </a:pPr>
            <a:r>
              <a:rPr lang="en-US" sz="1463" u="none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★</a:t>
            </a:r>
            <a:pPr algn="l" indent="0" marL="0">
              <a:lnSpc>
                <a:spcPct val="100000"/>
              </a:lnSpc>
              <a:buNone/>
            </a:pPr>
            <a:r>
              <a:rPr lang="en-US" sz="900" u="none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lnSpc>
                <a:spcPct val="100000"/>
              </a:lnSpc>
              <a:buNone/>
            </a:pPr>
            <a:r>
              <a:rPr lang="en-US" sz="1463" u="none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★</a:t>
            </a:r>
            <a:endParaRPr lang="en-US" sz="1463" dirty="0"/>
          </a:p>
        </p:txBody>
      </p:sp>
      <p:sp>
        <p:nvSpPr>
          <p:cNvPr id="55" name="Text 53"/>
          <p:cNvSpPr/>
          <p:nvPr/>
        </p:nvSpPr>
        <p:spPr>
          <a:xfrm>
            <a:off x="1207151" y="3564731"/>
            <a:ext cx="1716929" cy="18573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8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4.9 / 5 average rating</a:t>
            </a:r>
            <a:endParaRPr lang="en-US" sz="1238" dirty="0"/>
          </a:p>
        </p:txBody>
      </p:sp>
      <p:sp>
        <p:nvSpPr>
          <p:cNvPr id="56" name="Text 54"/>
          <p:cNvSpPr/>
          <p:nvPr/>
        </p:nvSpPr>
        <p:spPr>
          <a:xfrm>
            <a:off x="1238083" y="3764756"/>
            <a:ext cx="1654993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3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Based on verified customer reviews</a:t>
            </a:r>
            <a:endParaRPr lang="en-US" sz="731" dirty="0"/>
          </a:p>
        </p:txBody>
      </p:sp>
      <p:sp>
        <p:nvSpPr>
          <p:cNvPr id="57" name="Shape 55"/>
          <p:cNvSpPr/>
          <p:nvPr/>
        </p:nvSpPr>
        <p:spPr>
          <a:xfrm>
            <a:off x="3181326" y="3386138"/>
            <a:ext cx="7144" cy="428625"/>
          </a:xfrm>
          <a:prstGeom prst="rect">
            <a:avLst/>
          </a:prstGeom>
          <a:solidFill>
            <a:srgbClr val="E5E7EB"/>
          </a:solidFill>
          <a:ln>
            <a:noFill/>
          </a:ln>
        </p:spPr>
      </p:sp>
      <p:sp>
        <p:nvSpPr>
          <p:cNvPr id="58" name="Text 56"/>
          <p:cNvSpPr/>
          <p:nvPr/>
        </p:nvSpPr>
        <p:spPr>
          <a:xfrm>
            <a:off x="3488507" y="3396853"/>
            <a:ext cx="1042630" cy="27860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636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10,000+</a:t>
            </a:r>
            <a:endParaRPr lang="en-US" sz="1800" dirty="0"/>
          </a:p>
        </p:txBody>
      </p:sp>
      <p:sp>
        <p:nvSpPr>
          <p:cNvPr id="59" name="Text 57"/>
          <p:cNvSpPr/>
          <p:nvPr/>
        </p:nvSpPr>
        <p:spPr>
          <a:xfrm>
            <a:off x="3488507" y="3689747"/>
            <a:ext cx="1042630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3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Verified Reviews</a:t>
            </a:r>
            <a:endParaRPr lang="en-US" sz="731" dirty="0"/>
          </a:p>
        </p:txBody>
      </p:sp>
      <p:sp>
        <p:nvSpPr>
          <p:cNvPr id="60" name="Shape 58"/>
          <p:cNvSpPr/>
          <p:nvPr/>
        </p:nvSpPr>
        <p:spPr>
          <a:xfrm>
            <a:off x="4831175" y="3386138"/>
            <a:ext cx="7144" cy="428625"/>
          </a:xfrm>
          <a:prstGeom prst="rect">
            <a:avLst/>
          </a:prstGeom>
          <a:solidFill>
            <a:srgbClr val="E5E7EB"/>
          </a:solidFill>
          <a:ln>
            <a:noFill/>
          </a:ln>
        </p:spPr>
      </p:sp>
      <p:sp>
        <p:nvSpPr>
          <p:cNvPr id="61" name="Shape 59"/>
          <p:cNvSpPr/>
          <p:nvPr/>
        </p:nvSpPr>
        <p:spPr>
          <a:xfrm>
            <a:off x="5181219" y="3493294"/>
            <a:ext cx="918972" cy="214313"/>
          </a:xfrm>
          <a:prstGeom prst="roundRect">
            <a:avLst>
              <a:gd name="adj" fmla="val 26667"/>
            </a:avLst>
          </a:prstGeom>
          <a:solidFill>
            <a:srgbClr val="F3F4F6"/>
          </a:solidFill>
          <a:ln>
            <a:noFill/>
          </a:ln>
        </p:spPr>
      </p:sp>
      <p:sp>
        <p:nvSpPr>
          <p:cNvPr id="62" name="Text 60"/>
          <p:cNvSpPr/>
          <p:nvPr/>
        </p:nvSpPr>
        <p:spPr>
          <a:xfrm>
            <a:off x="5395532" y="3493294"/>
            <a:ext cx="704659" cy="2143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19" b="1" u="none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2 Certified</a:t>
            </a:r>
            <a:endParaRPr lang="en-US" sz="619" dirty="0"/>
          </a:p>
        </p:txBody>
      </p:sp>
      <p:sp>
        <p:nvSpPr>
          <p:cNvPr id="63" name="Shape 61"/>
          <p:cNvSpPr/>
          <p:nvPr/>
        </p:nvSpPr>
        <p:spPr>
          <a:xfrm>
            <a:off x="5295519" y="3571875"/>
            <a:ext cx="57150" cy="5715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</p:sp>
      <p:sp>
        <p:nvSpPr>
          <p:cNvPr id="64" name="Shape 62"/>
          <p:cNvSpPr/>
          <p:nvPr/>
        </p:nvSpPr>
        <p:spPr>
          <a:xfrm>
            <a:off x="6185916" y="3493294"/>
            <a:ext cx="953548" cy="214313"/>
          </a:xfrm>
          <a:prstGeom prst="roundRect">
            <a:avLst>
              <a:gd name="adj" fmla="val 26667"/>
            </a:avLst>
          </a:prstGeom>
          <a:solidFill>
            <a:srgbClr val="F3F4F6"/>
          </a:solidFill>
          <a:ln>
            <a:noFill/>
          </a:ln>
        </p:spPr>
      </p:sp>
      <p:sp>
        <p:nvSpPr>
          <p:cNvPr id="65" name="Text 63"/>
          <p:cNvSpPr/>
          <p:nvPr/>
        </p:nvSpPr>
        <p:spPr>
          <a:xfrm>
            <a:off x="6400229" y="3493294"/>
            <a:ext cx="739235" cy="2143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19" b="1" u="none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GDPR Compliant</a:t>
            </a:r>
            <a:endParaRPr lang="en-US" sz="619" dirty="0"/>
          </a:p>
        </p:txBody>
      </p:sp>
      <p:sp>
        <p:nvSpPr>
          <p:cNvPr id="66" name="Shape 64"/>
          <p:cNvSpPr/>
          <p:nvPr/>
        </p:nvSpPr>
        <p:spPr>
          <a:xfrm>
            <a:off x="6300216" y="3571875"/>
            <a:ext cx="57150" cy="5715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67" name="Shape 65"/>
          <p:cNvSpPr/>
          <p:nvPr/>
        </p:nvSpPr>
        <p:spPr>
          <a:xfrm>
            <a:off x="7225260" y="3493294"/>
            <a:ext cx="711589" cy="214313"/>
          </a:xfrm>
          <a:prstGeom prst="roundRect">
            <a:avLst>
              <a:gd name="adj" fmla="val 26667"/>
            </a:avLst>
          </a:prstGeom>
          <a:solidFill>
            <a:srgbClr val="F3F4F6"/>
          </a:solidFill>
          <a:ln>
            <a:noFill/>
          </a:ln>
        </p:spPr>
      </p:sp>
      <p:sp>
        <p:nvSpPr>
          <p:cNvPr id="68" name="Text 66"/>
          <p:cNvSpPr/>
          <p:nvPr/>
        </p:nvSpPr>
        <p:spPr>
          <a:xfrm>
            <a:off x="7439573" y="3493294"/>
            <a:ext cx="497276" cy="2143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19" b="1" u="none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ISO 27001</a:t>
            </a:r>
            <a:endParaRPr lang="en-US" sz="619" dirty="0"/>
          </a:p>
        </p:txBody>
      </p:sp>
      <p:sp>
        <p:nvSpPr>
          <p:cNvPr id="69" name="Shape 67"/>
          <p:cNvSpPr/>
          <p:nvPr/>
        </p:nvSpPr>
        <p:spPr>
          <a:xfrm>
            <a:off x="7339560" y="3571875"/>
            <a:ext cx="57150" cy="5715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record-slide_14-1781952971215</dc:title>
  <dc:subject>PptxGenJS Presentation</dc:subject>
  <dc:creator>PptxGenJS</dc:creator>
  <cp:lastModifiedBy>PptxGenJS</cp:lastModifiedBy>
  <cp:revision>1</cp:revision>
  <dcterms:created xsi:type="dcterms:W3CDTF">2026-06-20T10:56:15Z</dcterms:created>
  <dcterms:modified xsi:type="dcterms:W3CDTF">2026-06-20T10:56:15Z</dcterms:modified>
</cp:coreProperties>
</file>