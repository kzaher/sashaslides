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1938" y="1045916"/>
            <a:ext cx="480060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spc="113" kern="0" dirty="0">
                <a:solidFill>
                  <a:srgbClr val="667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FEATURES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4071938" y="1245941"/>
            <a:ext cx="4800600" cy="30853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Modern Teams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071938" y="1611559"/>
            <a:ext cx="4800600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you need to track, analyze, and grow your business in one beautiful dashboard.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71938" y="20401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071938" y="20401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7" name="GRAD_0"/>
          <p:cNvSpPr/>
          <p:nvPr/>
        </p:nvSpPr>
        <p:spPr>
          <a:xfrm>
            <a:off x="4236244" y="21687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3395" y="2235922"/>
            <a:ext cx="180023" cy="1800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79156" y="2168771"/>
            <a:ext cx="354944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4679156" y="2340221"/>
            <a:ext cx="3549444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dashboards update every second with zero-lag streaming from all data sources.</a:t>
            </a:r>
            <a:endParaRPr lang="en-US" sz="731" dirty="0"/>
          </a:p>
        </p:txBody>
      </p:sp>
      <p:sp>
        <p:nvSpPr>
          <p:cNvPr id="11" name="Shape 8"/>
          <p:cNvSpPr/>
          <p:nvPr/>
        </p:nvSpPr>
        <p:spPr>
          <a:xfrm>
            <a:off x="4071938" y="27259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4071938" y="27259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3" name="GRAD_1"/>
          <p:cNvSpPr/>
          <p:nvPr/>
        </p:nvSpPr>
        <p:spPr>
          <a:xfrm>
            <a:off x="4236244" y="28545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95" y="2921722"/>
            <a:ext cx="180023" cy="1800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9156" y="2854571"/>
            <a:ext cx="344493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Security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4679156" y="3026021"/>
            <a:ext cx="344493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 2 Type II certified with end-to-end encryption and role-based access controls.</a:t>
            </a:r>
            <a:endParaRPr lang="en-US" sz="731" dirty="0"/>
          </a:p>
        </p:txBody>
      </p:sp>
      <p:sp>
        <p:nvSpPr>
          <p:cNvPr id="17" name="Shape 13"/>
          <p:cNvSpPr/>
          <p:nvPr/>
        </p:nvSpPr>
        <p:spPr>
          <a:xfrm>
            <a:off x="4071938" y="34117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" name="Shape 14"/>
          <p:cNvSpPr/>
          <p:nvPr/>
        </p:nvSpPr>
        <p:spPr>
          <a:xfrm>
            <a:off x="4071938" y="34117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9" name="GRAD_2"/>
          <p:cNvSpPr/>
          <p:nvPr/>
        </p:nvSpPr>
        <p:spPr>
          <a:xfrm>
            <a:off x="4236244" y="35403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95" y="3607522"/>
            <a:ext cx="180023" cy="18002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79156" y="3540371"/>
            <a:ext cx="363974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Predictions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4679156" y="3711821"/>
            <a:ext cx="363974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ML-powered forecasting identifies trends and anomalies before they impact your KPIs.</a:t>
            </a:r>
            <a:endParaRPr lang="en-US" sz="731" dirty="0"/>
          </a:p>
        </p:txBody>
      </p:sp>
      <p:sp>
        <p:nvSpPr>
          <p:cNvPr id="23" name="Shape 18"/>
          <p:cNvSpPr/>
          <p:nvPr/>
        </p:nvSpPr>
        <p:spPr>
          <a:xfrm>
            <a:off x="0" y="0"/>
            <a:ext cx="371475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24" name="Shape 19"/>
          <p:cNvSpPr/>
          <p:nvPr/>
        </p:nvSpPr>
        <p:spPr>
          <a:xfrm>
            <a:off x="842963" y="557213"/>
            <a:ext cx="2028825" cy="4029075"/>
          </a:xfrm>
          <a:prstGeom prst="roundRect">
            <a:avLst>
              <a:gd name="adj" fmla="val 11972"/>
            </a:avLst>
          </a:prstGeom>
          <a:solidFill>
            <a:srgbClr val="333333"/>
          </a:solidFill>
          <a:ln>
            <a:noFill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571500"/>
            <a:ext cx="2000250" cy="4000500"/>
          </a:xfrm>
          <a:prstGeom prst="rect">
            <a:avLst/>
          </a:prstGeom>
          <a:effectLst>
            <a:outerShdw sx="100000" sy="100000" kx="0" ky="0" algn="bl" rotWithShape="0" blurRad="381000" dist="142875" dir="5400000">
              <a:srgbClr val="000000">
                <a:alpha val="20000"/>
              </a:srgbClr>
            </a:outerShdw>
          </a:effectLst>
        </p:spPr>
      </p:pic>
      <p:sp>
        <p:nvSpPr>
          <p:cNvPr id="26" name="Shape 20"/>
          <p:cNvSpPr/>
          <p:nvPr/>
        </p:nvSpPr>
        <p:spPr>
          <a:xfrm>
            <a:off x="857250" y="571500"/>
            <a:ext cx="2000250" cy="4000500"/>
          </a:xfrm>
          <a:prstGeom prst="roundRect">
            <a:avLst>
              <a:gd name="adj" fmla="val 11429"/>
            </a:avLst>
          </a:prstGeom>
          <a:noFill/>
          <a:ln w="28575" algn="in">
            <a:solidFill>
              <a:srgbClr val="33333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flipV="1">
            <a:off x="1428750" y="571500"/>
            <a:ext cx="857250" cy="200025"/>
          </a:xfrm>
          <a:prstGeom prst="round2Same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8" name="Shape 22"/>
          <p:cNvSpPr/>
          <p:nvPr/>
        </p:nvSpPr>
        <p:spPr>
          <a:xfrm>
            <a:off x="857250" y="571500"/>
            <a:ext cx="2000250" cy="314325"/>
          </a:xfrm>
          <a:prstGeom prst="round2SameRect">
            <a:avLst>
              <a:gd name="adj" fmla="val 50000"/>
            </a:avLst>
          </a:prstGeom>
          <a:solidFill>
            <a:srgbClr val="1A1A2E"/>
          </a:solidFill>
          <a:ln>
            <a:noFill/>
          </a:ln>
        </p:spPr>
      </p:sp>
      <p:sp>
        <p:nvSpPr>
          <p:cNvPr id="29" name="Text 23"/>
          <p:cNvSpPr/>
          <p:nvPr/>
        </p:nvSpPr>
        <p:spPr>
          <a:xfrm>
            <a:off x="1028700" y="667941"/>
            <a:ext cx="28732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9:41</a:t>
            </a:r>
            <a:endParaRPr lang="en-US" sz="788" dirty="0"/>
          </a:p>
        </p:txBody>
      </p:sp>
      <p:sp>
        <p:nvSpPr>
          <p:cNvPr id="30" name="Shape 24"/>
          <p:cNvSpPr/>
          <p:nvPr/>
        </p:nvSpPr>
        <p:spPr>
          <a:xfrm>
            <a:off x="2428875" y="692944"/>
            <a:ext cx="114300" cy="7143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31" name="Shape 25"/>
          <p:cNvSpPr/>
          <p:nvPr/>
        </p:nvSpPr>
        <p:spPr>
          <a:xfrm>
            <a:off x="2586038" y="692944"/>
            <a:ext cx="100013" cy="7143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32" name="GRAD_3"/>
          <p:cNvSpPr/>
          <p:nvPr/>
        </p:nvSpPr>
        <p:spPr>
          <a:xfrm flipV="1">
            <a:off x="857250" y="885825"/>
            <a:ext cx="2000250" cy="3686175"/>
          </a:xfrm>
          <a:prstGeom prst="round2SameRect">
            <a:avLst>
              <a:gd name="adj" fmla="val 11429"/>
            </a:avLst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sp>
        <p:nvSpPr>
          <p:cNvPr id="33" name="Shape 27"/>
          <p:cNvSpPr/>
          <p:nvPr/>
        </p:nvSpPr>
        <p:spPr>
          <a:xfrm>
            <a:off x="1000125" y="1028700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4" name="Text 28"/>
          <p:cNvSpPr/>
          <p:nvPr/>
        </p:nvSpPr>
        <p:spPr>
          <a:xfrm>
            <a:off x="1100138" y="112871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619" dirty="0"/>
          </a:p>
        </p:txBody>
      </p:sp>
      <p:sp>
        <p:nvSpPr>
          <p:cNvPr id="35" name="Text 29"/>
          <p:cNvSpPr/>
          <p:nvPr/>
        </p:nvSpPr>
        <p:spPr>
          <a:xfrm>
            <a:off x="1100138" y="127158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$48,290</a:t>
            </a:r>
            <a:endParaRPr lang="en-US" sz="1238" dirty="0"/>
          </a:p>
        </p:txBody>
      </p:sp>
      <p:sp>
        <p:nvSpPr>
          <p:cNvPr id="36" name="Shape 30"/>
          <p:cNvSpPr/>
          <p:nvPr/>
        </p:nvSpPr>
        <p:spPr>
          <a:xfrm>
            <a:off x="1100138" y="1514475"/>
            <a:ext cx="30068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Shape 31"/>
          <p:cNvSpPr/>
          <p:nvPr/>
        </p:nvSpPr>
        <p:spPr>
          <a:xfrm>
            <a:off x="1429393" y="1514475"/>
            <a:ext cx="526423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8" name="Shape 32"/>
          <p:cNvSpPr/>
          <p:nvPr/>
        </p:nvSpPr>
        <p:spPr>
          <a:xfrm>
            <a:off x="1984391" y="1514475"/>
            <a:ext cx="376047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Shape 33"/>
          <p:cNvSpPr/>
          <p:nvPr/>
        </p:nvSpPr>
        <p:spPr>
          <a:xfrm>
            <a:off x="2389013" y="1514475"/>
            <a:ext cx="225600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0" name="Shape 34"/>
          <p:cNvSpPr/>
          <p:nvPr/>
        </p:nvSpPr>
        <p:spPr>
          <a:xfrm>
            <a:off x="1000125" y="1743075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1" name="Text 35"/>
          <p:cNvSpPr/>
          <p:nvPr/>
        </p:nvSpPr>
        <p:spPr>
          <a:xfrm>
            <a:off x="1100138" y="1843088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619" dirty="0"/>
          </a:p>
        </p:txBody>
      </p:sp>
      <p:sp>
        <p:nvSpPr>
          <p:cNvPr id="42" name="Text 36"/>
          <p:cNvSpPr/>
          <p:nvPr/>
        </p:nvSpPr>
        <p:spPr>
          <a:xfrm>
            <a:off x="1100138" y="1985963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12,847</a:t>
            </a:r>
            <a:endParaRPr lang="en-US" sz="1238" dirty="0"/>
          </a:p>
        </p:txBody>
      </p:sp>
      <p:sp>
        <p:nvSpPr>
          <p:cNvPr id="43" name="Shape 37"/>
          <p:cNvSpPr/>
          <p:nvPr/>
        </p:nvSpPr>
        <p:spPr>
          <a:xfrm>
            <a:off x="1100138" y="2228850"/>
            <a:ext cx="60579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Shape 38"/>
          <p:cNvSpPr/>
          <p:nvPr/>
        </p:nvSpPr>
        <p:spPr>
          <a:xfrm>
            <a:off x="1734503" y="2228850"/>
            <a:ext cx="454271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Shape 39"/>
          <p:cNvSpPr/>
          <p:nvPr/>
        </p:nvSpPr>
        <p:spPr>
          <a:xfrm>
            <a:off x="2217349" y="2228850"/>
            <a:ext cx="302824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6" name="Shape 40"/>
          <p:cNvSpPr/>
          <p:nvPr/>
        </p:nvSpPr>
        <p:spPr>
          <a:xfrm>
            <a:off x="1000125" y="2457450"/>
            <a:ext cx="1714500" cy="528638"/>
          </a:xfrm>
          <a:prstGeom prst="roundRect">
            <a:avLst>
              <a:gd name="adj" fmla="val 1621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7" name="Text 41"/>
          <p:cNvSpPr/>
          <p:nvPr/>
        </p:nvSpPr>
        <p:spPr>
          <a:xfrm>
            <a:off x="1100138" y="255746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619" dirty="0"/>
          </a:p>
        </p:txBody>
      </p:sp>
      <p:sp>
        <p:nvSpPr>
          <p:cNvPr id="48" name="Text 42"/>
          <p:cNvSpPr/>
          <p:nvPr/>
        </p:nvSpPr>
        <p:spPr>
          <a:xfrm>
            <a:off x="1100138" y="270033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238" dirty="0"/>
          </a:p>
        </p:txBody>
      </p:sp>
      <p:sp>
        <p:nvSpPr>
          <p:cNvPr id="49" name="Shape 43"/>
          <p:cNvSpPr/>
          <p:nvPr/>
        </p:nvSpPr>
        <p:spPr>
          <a:xfrm>
            <a:off x="1171575" y="4286250"/>
            <a:ext cx="1714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" name="Shape 44"/>
          <p:cNvSpPr/>
          <p:nvPr/>
        </p:nvSpPr>
        <p:spPr>
          <a:xfrm>
            <a:off x="16859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1" name="Shape 45"/>
          <p:cNvSpPr/>
          <p:nvPr/>
        </p:nvSpPr>
        <p:spPr>
          <a:xfrm>
            <a:off x="208597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2" name="Shape 46"/>
          <p:cNvSpPr/>
          <p:nvPr/>
        </p:nvSpPr>
        <p:spPr>
          <a:xfrm>
            <a:off x="24860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3" name="Shape 47"/>
          <p:cNvSpPr/>
          <p:nvPr/>
        </p:nvSpPr>
        <p:spPr>
          <a:xfrm>
            <a:off x="3714750" y="428625"/>
            <a:ext cx="7144" cy="428625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record-slide_12-1781952971206</dc:title>
  <dc:subject>PptxGenJS Presentation</dc:subject>
  <dc:creator>PptxGenJS</dc:creator>
  <cp:lastModifiedBy>PptxGenJS</cp:lastModifiedBy>
  <cp:revision>1</cp:revision>
  <dcterms:created xsi:type="dcterms:W3CDTF">2026-06-20T10:56:16Z</dcterms:created>
  <dcterms:modified xsi:type="dcterms:W3CDTF">2026-06-20T10:56:16Z</dcterms:modified>
</cp:coreProperties>
</file>