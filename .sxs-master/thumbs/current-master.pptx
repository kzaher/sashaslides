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038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00038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7725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E5393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657725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038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1E88E5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00038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7725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FB8C0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657725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spc="113" kern="0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0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1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2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4000500"/>
          </a:xfrm>
          <a:prstGeom prst="rect">
            <a:avLst/>
          </a:prstGeom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V="1">
            <a:off x="1428750" y="571500"/>
            <a:ext cx="857250" cy="200025"/>
          </a:xfrm>
          <a:prstGeom prst="round2Same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857250" y="571500"/>
            <a:ext cx="2000250" cy="314325"/>
          </a:xfrm>
          <a:prstGeom prst="round2Same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30" name="Shape 24"/>
          <p:cNvSpPr/>
          <p:nvPr/>
        </p:nvSpPr>
        <p:spPr>
          <a:xfrm>
            <a:off x="2428875" y="692944"/>
            <a:ext cx="114300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2586038" y="692944"/>
            <a:ext cx="100013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2" name="GRAD_3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5" name="Text 29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6" name="Shape 30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Shape 31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1" name="Text 35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42" name="Text 36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43" name="Shape 37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38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Shape 39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9" name="Shape 43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44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1" name="Shape 45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2" name="Shape 46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3" name="Shape 47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spc="84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456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364456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375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DA1F2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3000375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294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F690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4636294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213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A66C2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272213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4456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7B68E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1364456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0375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11D4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000375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294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4636294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213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6272213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64456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364456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42" name="Shape 40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00375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000375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46" name="Shape 4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36294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36294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50" name="Shape 48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213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6272213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55" name="Text 53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57" name="Shape 55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63" name="Shape 61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4" name="Shape 62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69" name="Shape 67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spc="169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spc="56" kern="0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spc="113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4"/>
          <p:cNvSpPr/>
          <p:nvPr/>
        </p:nvSpPr>
        <p:spPr>
          <a:xfrm>
            <a:off x="1471613" y="971550"/>
            <a:ext cx="657225" cy="65722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4200000" scaled="0"/>
          </a:gra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028825" y="971550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2028825" y="1528763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5" name="Text 13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GRAD_5"/>
          <p:cNvSpPr/>
          <p:nvPr/>
        </p:nvSpPr>
        <p:spPr>
          <a:xfrm>
            <a:off x="1471613" y="1743075"/>
            <a:ext cx="657225" cy="785813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4200000" scaled="0"/>
          </a:gra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2028825" y="17430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2028825" y="24288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5" name="Text 23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30" name="GRAD_6"/>
          <p:cNvSpPr/>
          <p:nvPr/>
        </p:nvSpPr>
        <p:spPr>
          <a:xfrm>
            <a:off x="1471613" y="2643188"/>
            <a:ext cx="657225" cy="94297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4200000" scaled="0"/>
          </a:gra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028825" y="2643188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028825" y="3486150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spc="28" kern="0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current-master</dc:title>
  <dc:subject>PptxGenJS Presentation</dc:subject>
  <dc:creator>PptxGenJS</dc:creator>
  <cp:lastModifiedBy>PptxGenJS</cp:lastModifiedBy>
  <cp:revision>1</cp:revision>
  <dcterms:created xsi:type="dcterms:W3CDTF">2026-06-20T10:56:27Z</dcterms:created>
  <dcterms:modified xsi:type="dcterms:W3CDTF">2026-06-20T10:56:27Z</dcterms:modified>
</cp:coreProperties>
</file>