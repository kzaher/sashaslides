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1385" y="142875"/>
            <a:ext cx="1927027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Comparison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3468076" y="392906"/>
            <a:ext cx="229350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how our products stack up against each other</a:t>
            </a:r>
            <a:endParaRPr lang="en-US" sz="731" dirty="0"/>
          </a:p>
        </p:txBody>
      </p:sp>
      <p:sp>
        <p:nvSpPr>
          <p:cNvPr id="4" name="Shape 2"/>
          <p:cNvSpPr/>
          <p:nvPr/>
        </p:nvSpPr>
        <p:spPr>
          <a:xfrm>
            <a:off x="457200" y="592931"/>
            <a:ext cx="8229600" cy="2543175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71450" dist="28575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2542032"/>
        </p:xfrm>
        <a:graphic>
          <a:graphicData uri="http://schemas.openxmlformats.org/drawingml/2006/table">
            <a:tbl>
              <a:tblPr/>
              <a:tblGrid>
                <a:gridCol w="2304288"/>
                <a:gridCol w="1975104"/>
                <a:gridCol w="1975104"/>
                <a:gridCol w="1975104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</a:t>
                      </a:r>
                      <a:endParaRPr lang="en-US" sz="788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CloudBase Pro</a:t>
                      </a:r>
                      <a:endParaRPr lang="en-US" sz="788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DataSync Plus</a:t>
                      </a:r>
                      <a:endParaRPr lang="en-US" sz="788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AIFlow Studio</a:t>
                      </a:r>
                      <a:endParaRPr lang="en-US" sz="788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9E0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Real-time Collaboration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Multi-user editing with conflict resolution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Rate Limit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Requests per minute per user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 RPM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5,000 RPM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10,000 RPM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Integrations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Build and deploy custom plugins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On-Premise Deployment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Self-hosted with full data control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AI-Powered Analytics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Machine learning insights and predictions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SSO &amp; SAML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 identity provider support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 Logging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Comprehensive activity trail with export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Starting Price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b="1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$29</a:t>
                      </a:r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/mo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b="1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$79</a:t>
                      </a:r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/mo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b="1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$149</a:t>
                      </a:r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/mo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06724" y="875109"/>
            <a:ext cx="384620" cy="1428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7" name="Text 4"/>
          <p:cNvSpPr/>
          <p:nvPr/>
        </p:nvSpPr>
        <p:spPr>
          <a:xfrm>
            <a:off x="7506724" y="875109"/>
            <a:ext cx="38462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619" dirty="0"/>
          </a:p>
        </p:txBody>
      </p:sp>
      <p:sp>
        <p:nvSpPr>
          <p:cNvPr id="8" name="Shape 5"/>
          <p:cNvSpPr/>
          <p:nvPr/>
        </p:nvSpPr>
        <p:spPr>
          <a:xfrm>
            <a:off x="5531620" y="1775222"/>
            <a:ext cx="384620" cy="1428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5531620" y="1775222"/>
            <a:ext cx="38462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619" dirty="0"/>
          </a:p>
        </p:txBody>
      </p:sp>
      <p:sp>
        <p:nvSpPr>
          <p:cNvPr id="10" name="Shape 7"/>
          <p:cNvSpPr/>
          <p:nvPr/>
        </p:nvSpPr>
        <p:spPr>
          <a:xfrm>
            <a:off x="3556587" y="2075259"/>
            <a:ext cx="384620" cy="1428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3556587" y="2075259"/>
            <a:ext cx="38462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619" dirty="0"/>
          </a:p>
        </p:txBody>
      </p:sp>
      <p:sp>
        <p:nvSpPr>
          <p:cNvPr id="12" name="Text 9"/>
          <p:cNvSpPr/>
          <p:nvPr/>
        </p:nvSpPr>
        <p:spPr>
          <a:xfrm>
            <a:off x="3294269" y="3221831"/>
            <a:ext cx="714018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supported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079956" y="3239691"/>
            <a:ext cx="2000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279749" y="3221831"/>
            <a:ext cx="609576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available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065437" y="3239691"/>
            <a:ext cx="2000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5402532" y="3221831"/>
            <a:ext cx="71866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support</a:t>
            </a:r>
            <a:endParaRPr lang="en-US" sz="675" dirty="0"/>
          </a:p>
        </p:txBody>
      </p:sp>
      <p:sp>
        <p:nvSpPr>
          <p:cNvPr id="17" name="Shape 14"/>
          <p:cNvSpPr/>
          <p:nvPr/>
        </p:nvSpPr>
        <p:spPr>
          <a:xfrm>
            <a:off x="4975050" y="3221831"/>
            <a:ext cx="384620" cy="1428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18" name="Text 15"/>
          <p:cNvSpPr/>
          <p:nvPr/>
        </p:nvSpPr>
        <p:spPr>
          <a:xfrm>
            <a:off x="4946475" y="3221831"/>
            <a:ext cx="44177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6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record-slide_05-1781898596905</dc:title>
  <dc:subject>PptxGenJS Presentation</dc:subject>
  <dc:creator>PptxGenJS</dc:creator>
  <cp:lastModifiedBy>PptxGenJS</cp:lastModifiedBy>
  <cp:revision>1</cp:revision>
  <dcterms:created xsi:type="dcterms:W3CDTF">2026-06-19T19:49:59Z</dcterms:created>
  <dcterms:modified xsi:type="dcterms:W3CDTF">2026-06-19T19:49:59Z</dcterms:modified>
</cp:coreProperties>
</file>