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7313" y="1135856"/>
            <a:ext cx="6429375" cy="287178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4288" algn="in">
            <a:solidFill>
              <a:srgbClr val="D1D9E6"/>
            </a:solidFill>
            <a:prstDash val="solid"/>
          </a:ln>
          <a:effectLst>
            <a:outerShdw sx="100000" sy="100000" kx="0" ky="0" algn="bl" rotWithShape="0" blurRad="228600" dist="5715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00200" y="1378744"/>
            <a:ext cx="60293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Rounded Corners Test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1600200" y="1707356"/>
            <a:ext cx="5943600" cy="1678781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7344" y="1714500"/>
            <a:ext cx="5929313" cy="371475"/>
          </a:xfrm>
          <a:prstGeom prst="round2SameRect">
            <a:avLst>
              <a:gd name="adj" fmla="val 23077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778794" y="1714500"/>
            <a:ext cx="6700838" cy="3714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Alpha — Status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8794" y="2257425"/>
            <a:ext cx="4929188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inner card is nested inside the outer card, each with its own border-radius. The header section clips to the inner card's top corners. The badge on the right is a perfect circle (border-radius: 50%).</a:t>
            </a:r>
            <a:endParaRPr lang="en-US" sz="844" dirty="0"/>
          </a:p>
        </p:txBody>
      </p:sp>
      <p:sp>
        <p:nvSpPr>
          <p:cNvPr id="8" name="GRAD_0"/>
          <p:cNvSpPr/>
          <p:nvPr/>
        </p:nvSpPr>
        <p:spPr>
          <a:xfrm>
            <a:off x="6850856" y="2257425"/>
            <a:ext cx="514350" cy="514350"/>
          </a:xfrm>
          <a:prstGeom prst="ellipse">
            <a:avLst/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85725" dist="28575" dir="5400000">
              <a:srgbClr val="EE5A2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0856" y="2257425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778794" y="3057525"/>
            <a:ext cx="47391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5931" y="3057525"/>
            <a:ext cx="55964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2309860" y="3057525"/>
            <a:ext cx="557070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6998" y="3057525"/>
            <a:ext cx="642795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2924151" y="3057525"/>
            <a:ext cx="627293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1289" y="3057525"/>
            <a:ext cx="71301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608594" y="3057525"/>
            <a:ext cx="48234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5731" y="3057525"/>
            <a:ext cx="56807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600200" y="3589734"/>
            <a:ext cx="123329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updated: 2 hours ago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6660404" y="3529013"/>
            <a:ext cx="883396" cy="235744"/>
          </a:xfrm>
          <a:prstGeom prst="roundRect">
            <a:avLst>
              <a:gd name="adj" fmla="val 24242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81810" y="3529013"/>
            <a:ext cx="124058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Details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record-slide_21-1781898607735</dc:title>
  <dc:subject>PptxGenJS Presentation</dc:subject>
  <dc:creator>PptxGenJS</dc:creator>
  <cp:lastModifiedBy>PptxGenJS</cp:lastModifiedBy>
  <cp:revision>1</cp:revision>
  <dcterms:created xsi:type="dcterms:W3CDTF">2026-06-19T19:50:10Z</dcterms:created>
  <dcterms:modified xsi:type="dcterms:W3CDTF">2026-06-19T19:50:10Z</dcterms:modified>
</cp:coreProperties>
</file>