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372475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3" name="Text 1"/>
          <p:cNvSpPr/>
          <p:nvPr/>
        </p:nvSpPr>
        <p:spPr>
          <a:xfrm>
            <a:off x="428625" y="564356"/>
            <a:ext cx="837247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road to full mode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28625" y="921544"/>
            <a:ext cx="837247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7D9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milestones — each ships value on its own, and clears the path to the next.</a:t>
            </a:r>
            <a:endParaRPr lang="en-US" sz="844" dirty="0"/>
          </a:p>
        </p:txBody>
      </p:sp>
      <p:sp>
        <p:nvSpPr>
          <p:cNvPr id="5" name="GRAD_0"/>
          <p:cNvSpPr/>
          <p:nvPr/>
        </p:nvSpPr>
        <p:spPr>
          <a:xfrm>
            <a:off x="428625" y="1885950"/>
            <a:ext cx="8286750" cy="10001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F4444"/>
              </a:gs>
              <a:gs pos="50000">
                <a:srgbClr val="F59E0B"/>
              </a:gs>
              <a:gs pos="100000">
                <a:srgbClr val="14B8A6"/>
              </a:gs>
            </a:gsLst>
            <a:lin ang="0" scaled="0"/>
          </a:gradFill>
          <a:ln>
            <a:noFill/>
          </a:ln>
          <a:effectLst>
            <a:outerShdw sx="100000" sy="100000" kx="0" ky="0" algn="bl" rotWithShape="0" blurRad="171450" dist="50800" dir="5400000">
              <a:srgbClr val="14B8A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4471" y="1271588"/>
            <a:ext cx="457200" cy="457200"/>
          </a:xfrm>
          <a:prstGeom prst="roundRect">
            <a:avLst>
              <a:gd name="adj" fmla="val 28125"/>
            </a:avLst>
          </a:prstGeom>
          <a:solidFill>
            <a:srgbClr val="EF4444"/>
          </a:solidFill>
          <a:ln>
            <a:noFill/>
          </a:ln>
          <a:effectLst>
            <a:outerShdw sx="100000" sy="100000" kx="0" ky="0" algn="bl" rotWithShape="0" blurRad="171450" dist="5715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84471" y="1271588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5763" y="2128838"/>
            <a:ext cx="265454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7D9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TERM · NEXT</a:t>
            </a:r>
            <a:endParaRPr lang="en-US" sz="619" dirty="0"/>
          </a:p>
        </p:txBody>
      </p:sp>
      <p:sp>
        <p:nvSpPr>
          <p:cNvPr id="9" name="Shape 7"/>
          <p:cNvSpPr/>
          <p:nvPr/>
        </p:nvSpPr>
        <p:spPr>
          <a:xfrm>
            <a:off x="428625" y="2328863"/>
            <a:ext cx="2568821" cy="1228725"/>
          </a:xfrm>
          <a:prstGeom prst="roundRect">
            <a:avLst>
              <a:gd name="adj" fmla="val 9302"/>
            </a:avLst>
          </a:prstGeom>
          <a:solidFill>
            <a:srgbClr val="122434"/>
          </a:solidFill>
          <a:ln w="7144" algn="in">
            <a:solidFill>
              <a:srgbClr val="2D40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781" y="2478881"/>
            <a:ext cx="2354509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578644" y="2707481"/>
            <a:ext cx="2268784" cy="4143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9FB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2" name="Shape 10"/>
          <p:cNvSpPr/>
          <p:nvPr/>
        </p:nvSpPr>
        <p:spPr>
          <a:xfrm>
            <a:off x="578644" y="3207544"/>
            <a:ext cx="2268784" cy="200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578644" y="3207544"/>
            <a:ext cx="2268784" cy="0"/>
          </a:xfrm>
          <a:prstGeom prst="line">
            <a:avLst/>
          </a:prstGeom>
          <a:noFill/>
          <a:ln w="12700" algn="in">
            <a:solidFill>
              <a:srgbClr val="D8DFE6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578644" y="3207544"/>
            <a:ext cx="2268784" cy="200025"/>
          </a:xfrm>
          <a:prstGeom prst="rect">
            <a:avLst/>
          </a:prstGeom>
          <a:ln>
            <a:noFill/>
          </a:ln>
        </p:spPr>
        <p:txBody>
          <a:bodyPr wrap="square" lIns="0" tIns="85725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988lifeline.org · nimh.gov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4343400" y="1271588"/>
            <a:ext cx="457200" cy="457200"/>
          </a:xfrm>
          <a:prstGeom prst="roundRect">
            <a:avLst>
              <a:gd name="adj" fmla="val 28125"/>
            </a:avLst>
          </a:prstGeom>
          <a:solidFill>
            <a:srgbClr val="F59E0B"/>
          </a:solidFill>
          <a:ln>
            <a:noFill/>
          </a:ln>
          <a:effectLst>
            <a:outerShdw sx="100000" sy="100000" kx="0" ky="0" algn="bl" rotWithShape="0" blurRad="171450" dist="5715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1271588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244691" y="2128838"/>
            <a:ext cx="265454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7D9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3287554" y="2328863"/>
            <a:ext cx="2568821" cy="1228725"/>
          </a:xfrm>
          <a:prstGeom prst="roundRect">
            <a:avLst>
              <a:gd name="adj" fmla="val 9302"/>
            </a:avLst>
          </a:prstGeom>
          <a:solidFill>
            <a:srgbClr val="122434"/>
          </a:solidFill>
          <a:ln w="7144" algn="in">
            <a:solidFill>
              <a:srgbClr val="2D40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4710" y="2478881"/>
            <a:ext cx="2354509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181" dirty="0"/>
          </a:p>
        </p:txBody>
      </p:sp>
      <p:sp>
        <p:nvSpPr>
          <p:cNvPr id="20" name="Text 18"/>
          <p:cNvSpPr/>
          <p:nvPr/>
        </p:nvSpPr>
        <p:spPr>
          <a:xfrm>
            <a:off x="3437573" y="2707481"/>
            <a:ext cx="2268784" cy="4143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9FB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cited medical sources online; rewrite anything wrongly transcribed.</a:t>
            </a:r>
            <a:endParaRPr lang="en-US" sz="731" dirty="0"/>
          </a:p>
        </p:txBody>
      </p:sp>
      <p:sp>
        <p:nvSpPr>
          <p:cNvPr id="21" name="Shape 19"/>
          <p:cNvSpPr/>
          <p:nvPr/>
        </p:nvSpPr>
        <p:spPr>
          <a:xfrm>
            <a:off x="3437573" y="3207544"/>
            <a:ext cx="2268784" cy="200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3437573" y="3207544"/>
            <a:ext cx="2268784" cy="0"/>
          </a:xfrm>
          <a:prstGeom prst="line">
            <a:avLst/>
          </a:prstGeom>
          <a:noFill/>
          <a:ln w="12700" algn="in">
            <a:solidFill>
              <a:srgbClr val="D8DFE6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3437573" y="3207544"/>
            <a:ext cx="2268784" cy="200025"/>
          </a:xfrm>
          <a:prstGeom prst="rect">
            <a:avLst/>
          </a:prstGeom>
          <a:ln>
            <a:noFill/>
          </a:ln>
        </p:spPr>
        <p:txBody>
          <a:bodyPr wrap="square" lIns="0" tIns="85725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rewrite ✓ — WHO, 2023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7202329" y="1271588"/>
            <a:ext cx="457200" cy="457200"/>
          </a:xfrm>
          <a:prstGeom prst="roundRect">
            <a:avLst>
              <a:gd name="adj" fmla="val 28125"/>
            </a:avLst>
          </a:prstGeom>
          <a:solidFill>
            <a:srgbClr val="14B8A6"/>
          </a:solidFill>
          <a:ln>
            <a:noFill/>
          </a:ln>
          <a:effectLst>
            <a:outerShdw sx="100000" sy="100000" kx="0" ky="0" algn="bl" rotWithShape="0" blurRad="171450" dist="5715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02329" y="1271588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03691" y="2128838"/>
            <a:ext cx="265454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7D9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 · PARALLEL</a:t>
            </a:r>
            <a:endParaRPr lang="en-US" sz="619" dirty="0"/>
          </a:p>
        </p:txBody>
      </p:sp>
      <p:sp>
        <p:nvSpPr>
          <p:cNvPr id="27" name="Shape 25"/>
          <p:cNvSpPr/>
          <p:nvPr/>
        </p:nvSpPr>
        <p:spPr>
          <a:xfrm>
            <a:off x="6146554" y="2328863"/>
            <a:ext cx="2568821" cy="1228725"/>
          </a:xfrm>
          <a:prstGeom prst="roundRect">
            <a:avLst>
              <a:gd name="adj" fmla="val 9302"/>
            </a:avLst>
          </a:prstGeom>
          <a:solidFill>
            <a:srgbClr val="122434"/>
          </a:solidFill>
          <a:ln w="7144" algn="in">
            <a:solidFill>
              <a:srgbClr val="2D4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3710" y="2478881"/>
            <a:ext cx="2354509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181" dirty="0"/>
          </a:p>
        </p:txBody>
      </p:sp>
      <p:sp>
        <p:nvSpPr>
          <p:cNvPr id="29" name="Text 27"/>
          <p:cNvSpPr/>
          <p:nvPr/>
        </p:nvSpPr>
        <p:spPr>
          <a:xfrm>
            <a:off x="6296573" y="2707481"/>
            <a:ext cx="2268784" cy="4143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9FB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into the base models — Claude &amp; Codex.</a:t>
            </a:r>
            <a:endParaRPr lang="en-US" sz="731" dirty="0"/>
          </a:p>
        </p:txBody>
      </p:sp>
      <p:sp>
        <p:nvSpPr>
          <p:cNvPr id="30" name="Shape 28"/>
          <p:cNvSpPr/>
          <p:nvPr/>
        </p:nvSpPr>
        <p:spPr>
          <a:xfrm>
            <a:off x="6296573" y="3207544"/>
            <a:ext cx="2268784" cy="200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6296573" y="3207544"/>
            <a:ext cx="2268784" cy="0"/>
          </a:xfrm>
          <a:prstGeom prst="line">
            <a:avLst/>
          </a:prstGeom>
          <a:noFill/>
          <a:ln w="12700" algn="in">
            <a:solidFill>
              <a:srgbClr val="D8DFE6"/>
            </a:solidFill>
            <a:prstDash val="sysDash"/>
          </a:ln>
        </p:spPr>
      </p:sp>
      <p:sp>
        <p:nvSpPr>
          <p:cNvPr id="32" name="Text 30"/>
          <p:cNvSpPr/>
          <p:nvPr/>
        </p:nvSpPr>
        <p:spPr>
          <a:xfrm>
            <a:off x="6296573" y="3207544"/>
            <a:ext cx="2268784" cy="200025"/>
          </a:xfrm>
          <a:prstGeom prst="rect">
            <a:avLst/>
          </a:prstGeom>
          <a:ln>
            <a:noFill/>
          </a:ln>
        </p:spPr>
        <p:txBody>
          <a:bodyPr wrap="square" lIns="0" tIns="85725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514350" y="1935956"/>
            <a:ext cx="8115300" cy="0"/>
          </a:xfrm>
          <a:prstGeom prst="line">
            <a:avLst/>
          </a:prstGeom>
          <a:noFill/>
          <a:ln w="28575" algn="in">
            <a:solidFill>
              <a:srgbClr val="FFFFFF"/>
            </a:solidFill>
            <a:prstDash val="sys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record-slide_33-1781898615330</dc:title>
  <dc:subject>PptxGenJS Presentation</dc:subject>
  <dc:creator>PptxGenJS</dc:creator>
  <cp:lastModifiedBy>PptxGenJS</cp:lastModifiedBy>
  <cp:revision>1</cp:revision>
  <dcterms:created xsi:type="dcterms:W3CDTF">2026-06-19T19:50:17Z</dcterms:created>
  <dcterms:modified xsi:type="dcterms:W3CDTF">2026-06-19T19:50:17Z</dcterms:modified>
</cp:coreProperties>
</file>