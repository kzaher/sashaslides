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00025"/>
            <a:ext cx="2572393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 Map</a:t>
            </a:r>
            <a:endParaRPr lang="en-US" sz="1688" dirty="0"/>
          </a:p>
        </p:txBody>
      </p:sp>
      <p:sp>
        <p:nvSpPr>
          <p:cNvPr id="3" name="Text 1"/>
          <p:cNvSpPr/>
          <p:nvPr/>
        </p:nvSpPr>
        <p:spPr>
          <a:xfrm>
            <a:off x="228600" y="457200"/>
            <a:ext cx="257239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experience from first touch to brand advocacy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6666119" y="310753"/>
            <a:ext cx="403479" cy="1428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637472" y="310753"/>
            <a:ext cx="46077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563" dirty="0"/>
          </a:p>
        </p:txBody>
      </p:sp>
      <p:sp>
        <p:nvSpPr>
          <p:cNvPr id="6" name="Shape 4"/>
          <p:cNvSpPr/>
          <p:nvPr/>
        </p:nvSpPr>
        <p:spPr>
          <a:xfrm>
            <a:off x="7112532" y="310753"/>
            <a:ext cx="417767" cy="1428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7083957" y="310753"/>
            <a:ext cx="474916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563" dirty="0"/>
          </a:p>
        </p:txBody>
      </p:sp>
      <p:sp>
        <p:nvSpPr>
          <p:cNvPr id="8" name="Shape 6"/>
          <p:cNvSpPr/>
          <p:nvPr/>
        </p:nvSpPr>
        <p:spPr>
          <a:xfrm>
            <a:off x="7573161" y="310753"/>
            <a:ext cx="418695" cy="14287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7544586" y="310753"/>
            <a:ext cx="47584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8034719" y="310753"/>
            <a:ext cx="420838" cy="142875"/>
          </a:xfrm>
          <a:prstGeom prst="roundRect">
            <a:avLst>
              <a:gd name="adj" fmla="val 50000"/>
            </a:avLst>
          </a:prstGeom>
          <a:solidFill>
            <a:srgbClr val="FAE8FF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006144" y="310753"/>
            <a:ext cx="47798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A21C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563" dirty="0"/>
          </a:p>
        </p:txBody>
      </p:sp>
      <p:sp>
        <p:nvSpPr>
          <p:cNvPr id="12" name="Shape 10"/>
          <p:cNvSpPr/>
          <p:nvPr/>
        </p:nvSpPr>
        <p:spPr>
          <a:xfrm>
            <a:off x="8498419" y="310753"/>
            <a:ext cx="417052" cy="142875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8469844" y="310753"/>
            <a:ext cx="47420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563" dirty="0"/>
          </a:p>
        </p:txBody>
      </p:sp>
      <p:sp>
        <p:nvSpPr>
          <p:cNvPr id="14" name="Shape 12"/>
          <p:cNvSpPr/>
          <p:nvPr/>
        </p:nvSpPr>
        <p:spPr>
          <a:xfrm>
            <a:off x="228600" y="4607719"/>
            <a:ext cx="8686800" cy="364331"/>
          </a:xfrm>
          <a:prstGeom prst="rect">
            <a:avLst/>
          </a:prstGeom>
          <a:solidFill>
            <a:srgbClr val="F8FAFC">
              <a:alpha val="0"/>
            </a:srgbClr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28600" y="4607719"/>
            <a:ext cx="86868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228600" y="4714875"/>
            <a:ext cx="1566124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342900" y="4714875"/>
            <a:ext cx="1337524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days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 to Purchase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31724" y="4714875"/>
            <a:ext cx="1423821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3046024" y="4714875"/>
            <a:ext cx="1195221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Completion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2687" y="4714875"/>
            <a:ext cx="1259515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5606987" y="4714875"/>
            <a:ext cx="103091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4.2/5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89129" y="4714875"/>
            <a:ext cx="1026271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8003429" y="4714875"/>
            <a:ext cx="797671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23%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54434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66160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377815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189541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22860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228600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64394"/>
            <a:ext cx="280035" cy="24288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42900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342900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awareness through marketing channels</a:t>
            </a:r>
            <a:endParaRPr lang="en-US" sz="619" dirty="0"/>
          </a:p>
        </p:txBody>
      </p:sp>
      <p:sp>
        <p:nvSpPr>
          <p:cNvPr id="34" name="Text 31"/>
          <p:cNvSpPr/>
          <p:nvPr/>
        </p:nvSpPr>
        <p:spPr>
          <a:xfrm>
            <a:off x="342900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35" name="Shape 32"/>
          <p:cNvSpPr/>
          <p:nvPr/>
        </p:nvSpPr>
        <p:spPr>
          <a:xfrm>
            <a:off x="342900" y="1820085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428625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search ads</a:t>
            </a:r>
            <a:endParaRPr lang="en-US" sz="619" dirty="0"/>
          </a:p>
        </p:txBody>
      </p:sp>
      <p:sp>
        <p:nvSpPr>
          <p:cNvPr id="37" name="Shape 34"/>
          <p:cNvSpPr/>
          <p:nvPr/>
        </p:nvSpPr>
        <p:spPr>
          <a:xfrm>
            <a:off x="342900" y="1955816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428625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Blog content / SEO</a:t>
            </a:r>
            <a:endParaRPr lang="en-US" sz="619" dirty="0"/>
          </a:p>
        </p:txBody>
      </p:sp>
      <p:sp>
        <p:nvSpPr>
          <p:cNvPr id="39" name="Shape 36"/>
          <p:cNvSpPr/>
          <p:nvPr/>
        </p:nvSpPr>
        <p:spPr>
          <a:xfrm>
            <a:off x="342900" y="2091547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428625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posts</a:t>
            </a:r>
            <a:endParaRPr lang="en-US" sz="619" dirty="0"/>
          </a:p>
        </p:txBody>
      </p:sp>
      <p:sp>
        <p:nvSpPr>
          <p:cNvPr id="41" name="Shape 38"/>
          <p:cNvSpPr/>
          <p:nvPr/>
        </p:nvSpPr>
        <p:spPr>
          <a:xfrm>
            <a:off x="342900" y="2248710"/>
            <a:ext cx="1211509" cy="242888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414338" y="2248710"/>
            <a:ext cx="106863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🙂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Curious</a:t>
            </a:r>
            <a:endParaRPr lang="en-US" sz="1013" dirty="0"/>
          </a:p>
        </p:txBody>
      </p:sp>
      <p:sp>
        <p:nvSpPr>
          <p:cNvPr id="43" name="Text 40"/>
          <p:cNvSpPr/>
          <p:nvPr/>
        </p:nvSpPr>
        <p:spPr>
          <a:xfrm>
            <a:off x="342900" y="4029075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44" name="Text 41"/>
          <p:cNvSpPr/>
          <p:nvPr/>
        </p:nvSpPr>
        <p:spPr>
          <a:xfrm>
            <a:off x="342900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45" name="Text 42"/>
          <p:cNvSpPr/>
          <p:nvPr/>
        </p:nvSpPr>
        <p:spPr>
          <a:xfrm>
            <a:off x="428625" y="4150519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many options</a:t>
            </a:r>
            <a:endParaRPr lang="en-US" sz="563" dirty="0"/>
          </a:p>
        </p:txBody>
      </p:sp>
      <p:sp>
        <p:nvSpPr>
          <p:cNvPr id="46" name="Text 43"/>
          <p:cNvSpPr/>
          <p:nvPr/>
        </p:nvSpPr>
        <p:spPr>
          <a:xfrm>
            <a:off x="342900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47" name="Text 44"/>
          <p:cNvSpPr/>
          <p:nvPr/>
        </p:nvSpPr>
        <p:spPr>
          <a:xfrm>
            <a:off x="428625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Unclear differentiation</a:t>
            </a:r>
            <a:endParaRPr lang="en-US" sz="563" dirty="0"/>
          </a:p>
        </p:txBody>
      </p:sp>
      <p:sp>
        <p:nvSpPr>
          <p:cNvPr id="48" name="Shape 45"/>
          <p:cNvSpPr/>
          <p:nvPr/>
        </p:nvSpPr>
        <p:spPr>
          <a:xfrm>
            <a:off x="2040184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040184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50" name="Shape 47"/>
          <p:cNvSpPr/>
          <p:nvPr/>
        </p:nvSpPr>
        <p:spPr>
          <a:xfrm>
            <a:off x="2040184" y="735806"/>
            <a:ext cx="1440251" cy="375761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84" y="864394"/>
            <a:ext cx="280035" cy="2428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154484" y="1164431"/>
            <a:ext cx="12973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endParaRPr lang="en-US" sz="844" dirty="0"/>
          </a:p>
        </p:txBody>
      </p:sp>
      <p:sp>
        <p:nvSpPr>
          <p:cNvPr id="53" name="Text 49"/>
          <p:cNvSpPr/>
          <p:nvPr/>
        </p:nvSpPr>
        <p:spPr>
          <a:xfrm>
            <a:off x="2154484" y="1328738"/>
            <a:ext cx="1211651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Comparing features, pricing and reviews</a:t>
            </a:r>
            <a:endParaRPr lang="en-US" sz="619" dirty="0"/>
          </a:p>
        </p:txBody>
      </p:sp>
      <p:sp>
        <p:nvSpPr>
          <p:cNvPr id="54" name="Text 50"/>
          <p:cNvSpPr/>
          <p:nvPr/>
        </p:nvSpPr>
        <p:spPr>
          <a:xfrm>
            <a:off x="2154484" y="1634347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55" name="Shape 51"/>
          <p:cNvSpPr/>
          <p:nvPr/>
        </p:nvSpPr>
        <p:spPr>
          <a:xfrm>
            <a:off x="2154484" y="1820085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6" name="Text 52"/>
          <p:cNvSpPr/>
          <p:nvPr/>
        </p:nvSpPr>
        <p:spPr>
          <a:xfrm>
            <a:off x="2240209" y="1755791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 page</a:t>
            </a:r>
            <a:endParaRPr lang="en-US" sz="619" dirty="0"/>
          </a:p>
        </p:txBody>
      </p:sp>
      <p:sp>
        <p:nvSpPr>
          <p:cNvPr id="57" name="Shape 53"/>
          <p:cNvSpPr/>
          <p:nvPr/>
        </p:nvSpPr>
        <p:spPr>
          <a:xfrm>
            <a:off x="2154484" y="1955816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8" name="Text 54"/>
          <p:cNvSpPr/>
          <p:nvPr/>
        </p:nvSpPr>
        <p:spPr>
          <a:xfrm>
            <a:off x="2240209" y="1891522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G2 / Capterra reviews</a:t>
            </a:r>
            <a:endParaRPr lang="en-US" sz="619" dirty="0"/>
          </a:p>
        </p:txBody>
      </p:sp>
      <p:sp>
        <p:nvSpPr>
          <p:cNvPr id="59" name="Shape 55"/>
          <p:cNvSpPr/>
          <p:nvPr/>
        </p:nvSpPr>
        <p:spPr>
          <a:xfrm>
            <a:off x="2154484" y="2091547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60" name="Text 56"/>
          <p:cNvSpPr/>
          <p:nvPr/>
        </p:nvSpPr>
        <p:spPr>
          <a:xfrm>
            <a:off x="2240209" y="2027253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 form</a:t>
            </a:r>
            <a:endParaRPr lang="en-US" sz="619" dirty="0"/>
          </a:p>
        </p:txBody>
      </p:sp>
      <p:sp>
        <p:nvSpPr>
          <p:cNvPr id="61" name="Shape 57"/>
          <p:cNvSpPr/>
          <p:nvPr/>
        </p:nvSpPr>
        <p:spPr>
          <a:xfrm>
            <a:off x="2154484" y="2227278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62" name="Text 58"/>
          <p:cNvSpPr/>
          <p:nvPr/>
        </p:nvSpPr>
        <p:spPr>
          <a:xfrm>
            <a:off x="2240209" y="2162985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comparison</a:t>
            </a:r>
            <a:endParaRPr lang="en-US" sz="619" dirty="0"/>
          </a:p>
        </p:txBody>
      </p:sp>
      <p:sp>
        <p:nvSpPr>
          <p:cNvPr id="63" name="Shape 59"/>
          <p:cNvSpPr/>
          <p:nvPr/>
        </p:nvSpPr>
        <p:spPr>
          <a:xfrm>
            <a:off x="2154484" y="2384441"/>
            <a:ext cx="1211651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4" name="Text 60"/>
          <p:cNvSpPr/>
          <p:nvPr/>
        </p:nvSpPr>
        <p:spPr>
          <a:xfrm>
            <a:off x="2225921" y="2384441"/>
            <a:ext cx="1068776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😐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CA8A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Cautious</a:t>
            </a:r>
            <a:endParaRPr lang="en-US" sz="1013" dirty="0"/>
          </a:p>
        </p:txBody>
      </p:sp>
      <p:sp>
        <p:nvSpPr>
          <p:cNvPr id="65" name="Text 61"/>
          <p:cNvSpPr/>
          <p:nvPr/>
        </p:nvSpPr>
        <p:spPr>
          <a:xfrm>
            <a:off x="2154484" y="4029075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66" name="Text 62"/>
          <p:cNvSpPr/>
          <p:nvPr/>
        </p:nvSpPr>
        <p:spPr>
          <a:xfrm>
            <a:off x="2154484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67" name="Text 63"/>
          <p:cNvSpPr/>
          <p:nvPr/>
        </p:nvSpPr>
        <p:spPr>
          <a:xfrm>
            <a:off x="2240209" y="4150519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pricing tiers</a:t>
            </a:r>
            <a:endParaRPr lang="en-US" sz="563" dirty="0"/>
          </a:p>
        </p:txBody>
      </p:sp>
      <p:sp>
        <p:nvSpPr>
          <p:cNvPr id="68" name="Text 64"/>
          <p:cNvSpPr/>
          <p:nvPr/>
        </p:nvSpPr>
        <p:spPr>
          <a:xfrm>
            <a:off x="2154484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69" name="Text 65"/>
          <p:cNvSpPr/>
          <p:nvPr/>
        </p:nvSpPr>
        <p:spPr>
          <a:xfrm>
            <a:off x="2240209" y="4257675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demo scheduling</a:t>
            </a:r>
            <a:endParaRPr lang="en-US" sz="563" dirty="0"/>
          </a:p>
        </p:txBody>
      </p:sp>
      <p:sp>
        <p:nvSpPr>
          <p:cNvPr id="70" name="Shape 66"/>
          <p:cNvSpPr/>
          <p:nvPr/>
        </p:nvSpPr>
        <p:spPr>
          <a:xfrm>
            <a:off x="385191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385191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72" name="Shape 68"/>
          <p:cNvSpPr/>
          <p:nvPr/>
        </p:nvSpPr>
        <p:spPr>
          <a:xfrm>
            <a:off x="3851910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0" y="864394"/>
            <a:ext cx="280035" cy="242888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3966210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</a:t>
            </a:r>
            <a:endParaRPr lang="en-US" sz="844" dirty="0"/>
          </a:p>
        </p:txBody>
      </p:sp>
      <p:sp>
        <p:nvSpPr>
          <p:cNvPr id="75" name="Text 70"/>
          <p:cNvSpPr/>
          <p:nvPr/>
        </p:nvSpPr>
        <p:spPr>
          <a:xfrm>
            <a:off x="3966210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Checkout flow and onboarding kickoff</a:t>
            </a:r>
            <a:endParaRPr lang="en-US" sz="619" dirty="0"/>
          </a:p>
        </p:txBody>
      </p:sp>
      <p:sp>
        <p:nvSpPr>
          <p:cNvPr id="76" name="Text 71"/>
          <p:cNvSpPr/>
          <p:nvPr/>
        </p:nvSpPr>
        <p:spPr>
          <a:xfrm>
            <a:off x="3966210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77" name="Shape 72"/>
          <p:cNvSpPr/>
          <p:nvPr/>
        </p:nvSpPr>
        <p:spPr>
          <a:xfrm>
            <a:off x="3966210" y="1820085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78" name="Text 73"/>
          <p:cNvSpPr/>
          <p:nvPr/>
        </p:nvSpPr>
        <p:spPr>
          <a:xfrm>
            <a:off x="4051935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Checkout page</a:t>
            </a:r>
            <a:endParaRPr lang="en-US" sz="619" dirty="0"/>
          </a:p>
        </p:txBody>
      </p:sp>
      <p:sp>
        <p:nvSpPr>
          <p:cNvPr id="79" name="Shape 74"/>
          <p:cNvSpPr/>
          <p:nvPr/>
        </p:nvSpPr>
        <p:spPr>
          <a:xfrm>
            <a:off x="3966210" y="1955816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80" name="Text 75"/>
          <p:cNvSpPr/>
          <p:nvPr/>
        </p:nvSpPr>
        <p:spPr>
          <a:xfrm>
            <a:off x="4051935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email series</a:t>
            </a:r>
            <a:endParaRPr lang="en-US" sz="619" dirty="0"/>
          </a:p>
        </p:txBody>
      </p:sp>
      <p:sp>
        <p:nvSpPr>
          <p:cNvPr id="81" name="Shape 76"/>
          <p:cNvSpPr/>
          <p:nvPr/>
        </p:nvSpPr>
        <p:spPr>
          <a:xfrm>
            <a:off x="3966210" y="2091547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82" name="Text 77"/>
          <p:cNvSpPr/>
          <p:nvPr/>
        </p:nvSpPr>
        <p:spPr>
          <a:xfrm>
            <a:off x="4051935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call</a:t>
            </a:r>
            <a:endParaRPr lang="en-US" sz="619" dirty="0"/>
          </a:p>
        </p:txBody>
      </p:sp>
      <p:sp>
        <p:nvSpPr>
          <p:cNvPr id="83" name="Shape 78"/>
          <p:cNvSpPr/>
          <p:nvPr/>
        </p:nvSpPr>
        <p:spPr>
          <a:xfrm>
            <a:off x="3966210" y="2248710"/>
            <a:ext cx="1211509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84" name="Text 79"/>
          <p:cNvSpPr/>
          <p:nvPr/>
        </p:nvSpPr>
        <p:spPr>
          <a:xfrm>
            <a:off x="4037648" y="2248710"/>
            <a:ext cx="106863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😊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Excited</a:t>
            </a:r>
            <a:endParaRPr lang="en-US" sz="1013" dirty="0"/>
          </a:p>
        </p:txBody>
      </p:sp>
      <p:sp>
        <p:nvSpPr>
          <p:cNvPr id="85" name="Text 80"/>
          <p:cNvSpPr/>
          <p:nvPr/>
        </p:nvSpPr>
        <p:spPr>
          <a:xfrm>
            <a:off x="3966210" y="4136231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86" name="Text 81"/>
          <p:cNvSpPr/>
          <p:nvPr/>
        </p:nvSpPr>
        <p:spPr>
          <a:xfrm>
            <a:off x="3966210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87" name="Text 82"/>
          <p:cNvSpPr/>
          <p:nvPr/>
        </p:nvSpPr>
        <p:spPr>
          <a:xfrm>
            <a:off x="4051935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contract process</a:t>
            </a:r>
            <a:endParaRPr lang="en-US" sz="563" dirty="0"/>
          </a:p>
        </p:txBody>
      </p:sp>
      <p:sp>
        <p:nvSpPr>
          <p:cNvPr id="88" name="Shape 83"/>
          <p:cNvSpPr/>
          <p:nvPr/>
        </p:nvSpPr>
        <p:spPr>
          <a:xfrm>
            <a:off x="5663565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89" name="Shape 84"/>
          <p:cNvSpPr/>
          <p:nvPr/>
        </p:nvSpPr>
        <p:spPr>
          <a:xfrm>
            <a:off x="5663565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A855F7"/>
          </a:solidFill>
          <a:ln>
            <a:noFill/>
          </a:ln>
        </p:spPr>
      </p:sp>
      <p:sp>
        <p:nvSpPr>
          <p:cNvPr id="90" name="Shape 85"/>
          <p:cNvSpPr/>
          <p:nvPr/>
        </p:nvSpPr>
        <p:spPr>
          <a:xfrm>
            <a:off x="5663565" y="735806"/>
            <a:ext cx="1440251" cy="375761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65" y="864394"/>
            <a:ext cx="280035" cy="242888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5777865" y="1164431"/>
            <a:ext cx="12973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844" dirty="0"/>
          </a:p>
        </p:txBody>
      </p:sp>
      <p:sp>
        <p:nvSpPr>
          <p:cNvPr id="93" name="Text 87"/>
          <p:cNvSpPr/>
          <p:nvPr/>
        </p:nvSpPr>
        <p:spPr>
          <a:xfrm>
            <a:off x="5777865" y="1328738"/>
            <a:ext cx="1211651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product usage and support interactions</a:t>
            </a:r>
            <a:endParaRPr lang="en-US" sz="619" dirty="0"/>
          </a:p>
        </p:txBody>
      </p:sp>
      <p:sp>
        <p:nvSpPr>
          <p:cNvPr id="94" name="Text 88"/>
          <p:cNvSpPr/>
          <p:nvPr/>
        </p:nvSpPr>
        <p:spPr>
          <a:xfrm>
            <a:off x="5777865" y="1634347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95" name="Shape 89"/>
          <p:cNvSpPr/>
          <p:nvPr/>
        </p:nvSpPr>
        <p:spPr>
          <a:xfrm>
            <a:off x="5777865" y="1820085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96" name="Text 90"/>
          <p:cNvSpPr/>
          <p:nvPr/>
        </p:nvSpPr>
        <p:spPr>
          <a:xfrm>
            <a:off x="5863590" y="1755791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dashboard</a:t>
            </a:r>
            <a:endParaRPr lang="en-US" sz="619" dirty="0"/>
          </a:p>
        </p:txBody>
      </p:sp>
      <p:sp>
        <p:nvSpPr>
          <p:cNvPr id="97" name="Shape 91"/>
          <p:cNvSpPr/>
          <p:nvPr/>
        </p:nvSpPr>
        <p:spPr>
          <a:xfrm>
            <a:off x="5777865" y="1955816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98" name="Text 92"/>
          <p:cNvSpPr/>
          <p:nvPr/>
        </p:nvSpPr>
        <p:spPr>
          <a:xfrm>
            <a:off x="5863590" y="1891522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center / docs</a:t>
            </a:r>
            <a:endParaRPr lang="en-US" sz="619" dirty="0"/>
          </a:p>
        </p:txBody>
      </p:sp>
      <p:sp>
        <p:nvSpPr>
          <p:cNvPr id="99" name="Shape 93"/>
          <p:cNvSpPr/>
          <p:nvPr/>
        </p:nvSpPr>
        <p:spPr>
          <a:xfrm>
            <a:off x="5777865" y="2091547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00" name="Text 94"/>
          <p:cNvSpPr/>
          <p:nvPr/>
        </p:nvSpPr>
        <p:spPr>
          <a:xfrm>
            <a:off x="5863590" y="2027253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chat</a:t>
            </a:r>
            <a:endParaRPr lang="en-US" sz="619" dirty="0"/>
          </a:p>
        </p:txBody>
      </p:sp>
      <p:sp>
        <p:nvSpPr>
          <p:cNvPr id="101" name="Shape 95"/>
          <p:cNvSpPr/>
          <p:nvPr/>
        </p:nvSpPr>
        <p:spPr>
          <a:xfrm>
            <a:off x="5777865" y="2227278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02" name="Text 96"/>
          <p:cNvSpPr/>
          <p:nvPr/>
        </p:nvSpPr>
        <p:spPr>
          <a:xfrm>
            <a:off x="5863590" y="2162985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requests</a:t>
            </a:r>
            <a:endParaRPr lang="en-US" sz="619" dirty="0"/>
          </a:p>
        </p:txBody>
      </p:sp>
      <p:sp>
        <p:nvSpPr>
          <p:cNvPr id="103" name="Shape 97"/>
          <p:cNvSpPr/>
          <p:nvPr/>
        </p:nvSpPr>
        <p:spPr>
          <a:xfrm>
            <a:off x="5777865" y="2384441"/>
            <a:ext cx="1211651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04" name="Text 98"/>
          <p:cNvSpPr/>
          <p:nvPr/>
        </p:nvSpPr>
        <p:spPr>
          <a:xfrm>
            <a:off x="5849303" y="2384441"/>
            <a:ext cx="1068776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😐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CA8A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</a:t>
            </a:r>
            <a:endParaRPr lang="en-US" sz="1013" dirty="0"/>
          </a:p>
        </p:txBody>
      </p:sp>
      <p:sp>
        <p:nvSpPr>
          <p:cNvPr id="105" name="Text 99"/>
          <p:cNvSpPr/>
          <p:nvPr/>
        </p:nvSpPr>
        <p:spPr>
          <a:xfrm>
            <a:off x="5777865" y="4029075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106" name="Text 100"/>
          <p:cNvSpPr/>
          <p:nvPr/>
        </p:nvSpPr>
        <p:spPr>
          <a:xfrm>
            <a:off x="5777865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07" name="Text 101"/>
          <p:cNvSpPr/>
          <p:nvPr/>
        </p:nvSpPr>
        <p:spPr>
          <a:xfrm>
            <a:off x="5863590" y="4150519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Steep learning curve</a:t>
            </a:r>
            <a:endParaRPr lang="en-US" sz="563" dirty="0"/>
          </a:p>
        </p:txBody>
      </p:sp>
      <p:sp>
        <p:nvSpPr>
          <p:cNvPr id="108" name="Text 102"/>
          <p:cNvSpPr/>
          <p:nvPr/>
        </p:nvSpPr>
        <p:spPr>
          <a:xfrm>
            <a:off x="5777865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09" name="Text 103"/>
          <p:cNvSpPr/>
          <p:nvPr/>
        </p:nvSpPr>
        <p:spPr>
          <a:xfrm>
            <a:off x="5863590" y="4257675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integrations</a:t>
            </a:r>
            <a:endParaRPr lang="en-US" sz="563" dirty="0"/>
          </a:p>
        </p:txBody>
      </p:sp>
      <p:sp>
        <p:nvSpPr>
          <p:cNvPr id="110" name="Shape 104"/>
          <p:cNvSpPr/>
          <p:nvPr/>
        </p:nvSpPr>
        <p:spPr>
          <a:xfrm>
            <a:off x="7475291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111" name="Shape 105"/>
          <p:cNvSpPr/>
          <p:nvPr/>
        </p:nvSpPr>
        <p:spPr>
          <a:xfrm>
            <a:off x="7475291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D946EF"/>
          </a:solidFill>
          <a:ln>
            <a:noFill/>
          </a:ln>
        </p:spPr>
      </p:sp>
      <p:sp>
        <p:nvSpPr>
          <p:cNvPr id="112" name="Shape 106"/>
          <p:cNvSpPr/>
          <p:nvPr/>
        </p:nvSpPr>
        <p:spPr>
          <a:xfrm>
            <a:off x="7475291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91" y="864394"/>
            <a:ext cx="280035" cy="242888"/>
          </a:xfrm>
          <a:prstGeom prst="rect">
            <a:avLst/>
          </a:prstGeom>
        </p:spPr>
      </p:pic>
      <p:sp>
        <p:nvSpPr>
          <p:cNvPr id="114" name="Text 107"/>
          <p:cNvSpPr/>
          <p:nvPr/>
        </p:nvSpPr>
        <p:spPr>
          <a:xfrm>
            <a:off x="7589591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Advocate</a:t>
            </a:r>
            <a:endParaRPr lang="en-US" sz="844" dirty="0"/>
          </a:p>
        </p:txBody>
      </p:sp>
      <p:sp>
        <p:nvSpPr>
          <p:cNvPr id="115" name="Text 108"/>
          <p:cNvSpPr/>
          <p:nvPr/>
        </p:nvSpPr>
        <p:spPr>
          <a:xfrm>
            <a:off x="7589591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Champions who refer and promote the product</a:t>
            </a:r>
            <a:endParaRPr lang="en-US" sz="619" dirty="0"/>
          </a:p>
        </p:txBody>
      </p:sp>
      <p:sp>
        <p:nvSpPr>
          <p:cNvPr id="116" name="Text 109"/>
          <p:cNvSpPr/>
          <p:nvPr/>
        </p:nvSpPr>
        <p:spPr>
          <a:xfrm>
            <a:off x="7589591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117" name="Shape 110"/>
          <p:cNvSpPr/>
          <p:nvPr/>
        </p:nvSpPr>
        <p:spPr>
          <a:xfrm>
            <a:off x="7589591" y="1820085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18" name="Text 111"/>
          <p:cNvSpPr/>
          <p:nvPr/>
        </p:nvSpPr>
        <p:spPr>
          <a:xfrm>
            <a:off x="7675316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Referral program</a:t>
            </a:r>
            <a:endParaRPr lang="en-US" sz="619" dirty="0"/>
          </a:p>
        </p:txBody>
      </p:sp>
      <p:sp>
        <p:nvSpPr>
          <p:cNvPr id="119" name="Shape 112"/>
          <p:cNvSpPr/>
          <p:nvPr/>
        </p:nvSpPr>
        <p:spPr>
          <a:xfrm>
            <a:off x="7589591" y="1955816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20" name="Text 113"/>
          <p:cNvSpPr/>
          <p:nvPr/>
        </p:nvSpPr>
        <p:spPr>
          <a:xfrm>
            <a:off x="7675316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 invite</a:t>
            </a:r>
            <a:endParaRPr lang="en-US" sz="619" dirty="0"/>
          </a:p>
        </p:txBody>
      </p:sp>
      <p:sp>
        <p:nvSpPr>
          <p:cNvPr id="121" name="Shape 114"/>
          <p:cNvSpPr/>
          <p:nvPr/>
        </p:nvSpPr>
        <p:spPr>
          <a:xfrm>
            <a:off x="7589591" y="2091547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22" name="Text 115"/>
          <p:cNvSpPr/>
          <p:nvPr/>
        </p:nvSpPr>
        <p:spPr>
          <a:xfrm>
            <a:off x="7675316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 forum</a:t>
            </a:r>
            <a:endParaRPr lang="en-US" sz="619" dirty="0"/>
          </a:p>
        </p:txBody>
      </p:sp>
      <p:sp>
        <p:nvSpPr>
          <p:cNvPr id="123" name="Shape 116"/>
          <p:cNvSpPr/>
          <p:nvPr/>
        </p:nvSpPr>
        <p:spPr>
          <a:xfrm>
            <a:off x="7589591" y="2248710"/>
            <a:ext cx="1211509" cy="242888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4" name="Text 117"/>
          <p:cNvSpPr/>
          <p:nvPr/>
        </p:nvSpPr>
        <p:spPr>
          <a:xfrm>
            <a:off x="7661029" y="2248710"/>
            <a:ext cx="106863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🤩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1013" dirty="0"/>
          </a:p>
        </p:txBody>
      </p:sp>
      <p:sp>
        <p:nvSpPr>
          <p:cNvPr id="125" name="Text 118"/>
          <p:cNvSpPr/>
          <p:nvPr/>
        </p:nvSpPr>
        <p:spPr>
          <a:xfrm>
            <a:off x="7589591" y="4136231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126" name="Text 119"/>
          <p:cNvSpPr/>
          <p:nvPr/>
        </p:nvSpPr>
        <p:spPr>
          <a:xfrm>
            <a:off x="7589591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27" name="Text 120"/>
          <p:cNvSpPr/>
          <p:nvPr/>
        </p:nvSpPr>
        <p:spPr>
          <a:xfrm>
            <a:off x="7675316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referral incentives</a:t>
            </a:r>
            <a:endParaRPr lang="en-US" sz="5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record-slide_19-1781898605366</dc:title>
  <dc:subject>PptxGenJS Presentation</dc:subject>
  <dc:creator>PptxGenJS</dc:creator>
  <cp:lastModifiedBy>PptxGenJS</cp:lastModifiedBy>
  <cp:revision>1</cp:revision>
  <dcterms:created xsi:type="dcterms:W3CDTF">2026-06-19T19:50:08Z</dcterms:created>
  <dcterms:modified xsi:type="dcterms:W3CDTF">2026-06-19T19:50:08Z</dcterms:modified>
</cp:coreProperties>
</file>