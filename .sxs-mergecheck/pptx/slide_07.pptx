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495" y="314325"/>
            <a:ext cx="2446592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731038" y="621506"/>
            <a:ext cx="176765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health indicators for Q1 2026</a:t>
            </a:r>
            <a:endParaRPr lang="en-US" sz="844" dirty="0"/>
          </a:p>
        </p:txBody>
      </p:sp>
      <p:sp>
        <p:nvSpPr>
          <p:cNvPr id="4" name="Shape 2"/>
          <p:cNvSpPr/>
          <p:nvPr/>
        </p:nvSpPr>
        <p:spPr>
          <a:xfrm>
            <a:off x="1285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71995" y="2536031"/>
            <a:ext cx="131366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78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 based on 2,400 survey responses this quarter</a:t>
            </a:r>
            <a:endParaRPr lang="en-US" sz="731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250156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4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78%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571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4148" y="2536031"/>
            <a:ext cx="114135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Penetration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64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addressable market in North America region</a:t>
            </a:r>
            <a:endParaRPr lang="en-US" sz="731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250156"/>
            <a:ext cx="1143000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0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45%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857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8448" y="2536031"/>
            <a:ext cx="92490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50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availability across all production services</a:t>
            </a:r>
            <a:endParaRPr lang="en-US" sz="731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50156"/>
            <a:ext cx="1143000" cy="1143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6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92%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28625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8644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600450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694" y="3554016"/>
            <a:ext cx="88646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142ms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978694" y="3739753"/>
            <a:ext cx="88646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Response Time</a:t>
            </a:r>
            <a:endParaRPr lang="en-US" sz="675" dirty="0"/>
          </a:p>
        </p:txBody>
      </p:sp>
      <p:sp>
        <p:nvSpPr>
          <p:cNvPr id="24" name="Shape 18"/>
          <p:cNvSpPr/>
          <p:nvPr/>
        </p:nvSpPr>
        <p:spPr>
          <a:xfrm>
            <a:off x="2536031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686050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056" y="3600450"/>
            <a:ext cx="200025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86100" y="3554016"/>
            <a:ext cx="697516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125" dirty="0"/>
          </a:p>
        </p:txBody>
      </p:sp>
      <p:sp>
        <p:nvSpPr>
          <p:cNvPr id="28" name="Text 21"/>
          <p:cNvSpPr/>
          <p:nvPr/>
        </p:nvSpPr>
        <p:spPr>
          <a:xfrm>
            <a:off x="3086100" y="3739753"/>
            <a:ext cx="6975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Incidents</a:t>
            </a:r>
            <a:endParaRPr lang="en-US" sz="675" dirty="0"/>
          </a:p>
        </p:txBody>
      </p:sp>
      <p:sp>
        <p:nvSpPr>
          <p:cNvPr id="29" name="Shape 22"/>
          <p:cNvSpPr/>
          <p:nvPr/>
        </p:nvSpPr>
        <p:spPr>
          <a:xfrm>
            <a:off x="4643438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93456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31" name="Text 24"/>
          <p:cNvSpPr/>
          <p:nvPr/>
        </p:nvSpPr>
        <p:spPr>
          <a:xfrm>
            <a:off x="4793456" y="3550444"/>
            <a:ext cx="300038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25"/>
          <p:cNvSpPr/>
          <p:nvPr/>
        </p:nvSpPr>
        <p:spPr>
          <a:xfrm>
            <a:off x="5193506" y="3554016"/>
            <a:ext cx="892540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847</a:t>
            </a:r>
            <a:endParaRPr lang="en-US" sz="1125" dirty="0"/>
          </a:p>
        </p:txBody>
      </p:sp>
      <p:sp>
        <p:nvSpPr>
          <p:cNvPr id="33" name="Text 26"/>
          <p:cNvSpPr/>
          <p:nvPr/>
        </p:nvSpPr>
        <p:spPr>
          <a:xfrm>
            <a:off x="5193506" y="3739753"/>
            <a:ext cx="89254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This Month</a:t>
            </a:r>
            <a:endParaRPr lang="en-US" sz="675" dirty="0"/>
          </a:p>
        </p:txBody>
      </p:sp>
      <p:sp>
        <p:nvSpPr>
          <p:cNvPr id="34" name="Shape 27"/>
          <p:cNvSpPr/>
          <p:nvPr/>
        </p:nvSpPr>
        <p:spPr>
          <a:xfrm>
            <a:off x="6750844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900863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869" y="3600450"/>
            <a:ext cx="200025" cy="2000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00913" y="3554016"/>
            <a:ext cx="70458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99.97%</a:t>
            </a:r>
            <a:endParaRPr lang="en-US" sz="1125" dirty="0"/>
          </a:p>
        </p:txBody>
      </p:sp>
      <p:sp>
        <p:nvSpPr>
          <p:cNvPr id="38" name="Text 30"/>
          <p:cNvSpPr/>
          <p:nvPr/>
        </p:nvSpPr>
        <p:spPr>
          <a:xfrm>
            <a:off x="7300913" y="3739753"/>
            <a:ext cx="70458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Error-Free Rate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record-slide_07-1781898596973</dc:title>
  <dc:subject>PptxGenJS Presentation</dc:subject>
  <dc:creator>PptxGenJS</dc:creator>
  <cp:lastModifiedBy>PptxGenJS</cp:lastModifiedBy>
  <cp:revision>1</cp:revision>
  <dcterms:created xsi:type="dcterms:W3CDTF">2026-06-19T19:50:00Z</dcterms:created>
  <dcterms:modified xsi:type="dcterms:W3CDTF">2026-06-19T19:50:00Z</dcterms:modified>
</cp:coreProperties>
</file>