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65822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Content Extreme — All Element Types</a:t>
            </a:r>
            <a:endParaRPr lang="en-US" sz="1238" dirty="0"/>
          </a:p>
        </p:txBody>
      </p:sp>
      <p:sp>
        <p:nvSpPr>
          <p:cNvPr id="3" name="Text 1"/>
          <p:cNvSpPr/>
          <p:nvPr/>
        </p:nvSpPr>
        <p:spPr>
          <a:xfrm>
            <a:off x="285750" y="557213"/>
            <a:ext cx="286700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TABLE</a:t>
            </a:r>
            <a:endParaRPr lang="en-US" sz="619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3464" y="713232"/>
          <a:ext cx="2779776" cy="1261872"/>
        </p:xfrm>
        <a:graphic>
          <a:graphicData uri="http://schemas.openxmlformats.org/drawingml/2006/table">
            <a:tbl>
              <a:tblPr/>
              <a:tblGrid>
                <a:gridCol w="813816"/>
                <a:gridCol w="640080"/>
                <a:gridCol w="649224"/>
                <a:gridCol w="676656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Q1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Q2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Delta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374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$42M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$48M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38A1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+14%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Users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12.4K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15.1K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38A1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+22%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Churn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3.2%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2.8%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38A1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-0.4%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NPS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68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72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38A1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+4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ARPU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$84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$91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38A1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+8%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CAC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$320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$295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38A1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-8%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181326" y="557213"/>
            <a:ext cx="286700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PRIORITIES</a:t>
            </a:r>
            <a:endParaRPr lang="en-US" sz="619" dirty="0"/>
          </a:p>
        </p:txBody>
      </p:sp>
      <p:sp>
        <p:nvSpPr>
          <p:cNvPr id="6" name="Text 3"/>
          <p:cNvSpPr/>
          <p:nvPr/>
        </p:nvSpPr>
        <p:spPr>
          <a:xfrm>
            <a:off x="3181326" y="714375"/>
            <a:ext cx="2781276" cy="1328738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</a:t>
            </a:r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enterprise SSO integration by April 30</a:t>
            </a:r>
            <a:endParaRPr lang="en-US" sz="675" dirty="0"/>
          </a:p>
          <a:p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</a:t>
            </a:r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 critical auth vulnerability (P0)</a:t>
            </a:r>
            <a:endParaRPr lang="en-US" sz="675" dirty="0"/>
          </a:p>
          <a:p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</a:t>
            </a:r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mobile app redesign — on track</a:t>
            </a:r>
            <a:endParaRPr lang="en-US" sz="675" dirty="0"/>
          </a:p>
          <a:p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</a:t>
            </a:r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Migrate legacy database to PostgreSQL 16</a:t>
            </a:r>
            <a:endParaRPr lang="en-US" sz="675" dirty="0"/>
          </a:p>
          <a:p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DD6B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</a:t>
            </a:r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Finalize SOC 2 Type II audit preparation</a:t>
            </a:r>
            <a:endParaRPr lang="en-US" sz="675" dirty="0"/>
          </a:p>
          <a:p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</a:t>
            </a:r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edge caching to 12 new regions</a:t>
            </a:r>
            <a:endParaRPr lang="en-US" sz="675" dirty="0"/>
          </a:p>
          <a:p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</a:t>
            </a:r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v3 documentation — 90% complete</a:t>
            </a:r>
            <a:endParaRPr lang="en-US" sz="675" dirty="0"/>
          </a:p>
          <a:p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</a:t>
            </a:r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 4 senior engineers for platform team</a:t>
            </a:r>
            <a:endParaRPr lang="en-US" sz="675" dirty="0"/>
          </a:p>
        </p:txBody>
      </p:sp>
      <p:sp>
        <p:nvSpPr>
          <p:cNvPr id="7" name="Text 4"/>
          <p:cNvSpPr/>
          <p:nvPr/>
        </p:nvSpPr>
        <p:spPr>
          <a:xfrm>
            <a:off x="6076902" y="557213"/>
            <a:ext cx="286707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SAMPLE</a:t>
            </a:r>
            <a:endParaRPr lang="en-US" sz="619" dirty="0"/>
          </a:p>
        </p:txBody>
      </p:sp>
      <p:sp>
        <p:nvSpPr>
          <p:cNvPr id="8" name="Shape 5"/>
          <p:cNvSpPr/>
          <p:nvPr/>
        </p:nvSpPr>
        <p:spPr>
          <a:xfrm>
            <a:off x="6076902" y="714375"/>
            <a:ext cx="2781348" cy="1802011"/>
          </a:xfrm>
          <a:prstGeom prst="roundRect">
            <a:avLst>
              <a:gd name="adj" fmla="val 3171"/>
            </a:avLst>
          </a:prstGeom>
          <a:solidFill>
            <a:srgbClr val="1A202C"/>
          </a:solidFill>
          <a:ln>
            <a:noFill/>
          </a:ln>
        </p:spPr>
      </p:sp>
      <p:sp>
        <p:nvSpPr>
          <p:cNvPr id="9" name="Text 6"/>
          <p:cNvSpPr/>
          <p:nvPr/>
        </p:nvSpPr>
        <p:spPr>
          <a:xfrm>
            <a:off x="6191202" y="714375"/>
            <a:ext cx="2552748" cy="1802011"/>
          </a:xfrm>
          <a:prstGeom prst="rect">
            <a:avLst/>
          </a:prstGeom>
          <a:ln>
            <a:noFill/>
          </a:ln>
        </p:spPr>
        <p:txBody>
          <a:bodyPr wrap="square" lIns="0" tIns="100013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546E7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// Fetch and transform data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C792E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async function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2AA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loadMetrics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opts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{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  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C792E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const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res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=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C792E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await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2AA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fetch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    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C3E88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`/api/v3/metrics`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,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    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{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headers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{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C3E88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'X-Api-Key'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opts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.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key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}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}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  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);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  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C792E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const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data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=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C792E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await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res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.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2AA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json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();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  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C792E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return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data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.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2AA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map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=&gt;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({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    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name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.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label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,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    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value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.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count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*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F78C6C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1.15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  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}));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}</a:t>
            </a:r>
            <a:endParaRPr lang="en-US" sz="619" dirty="0"/>
          </a:p>
        </p:txBody>
      </p:sp>
      <p:sp>
        <p:nvSpPr>
          <p:cNvPr id="10" name="Shape 7"/>
          <p:cNvSpPr/>
          <p:nvPr/>
        </p:nvSpPr>
        <p:spPr>
          <a:xfrm>
            <a:off x="285750" y="3297769"/>
            <a:ext cx="2781276" cy="1760077"/>
          </a:xfrm>
          <a:prstGeom prst="roundRect">
            <a:avLst>
              <a:gd name="adj" fmla="val 4871"/>
            </a:avLst>
          </a:prstGeom>
          <a:solidFill>
            <a:srgbClr val="4A6CF7"/>
          </a:solidFill>
          <a:ln>
            <a:noFill/>
          </a:ln>
        </p:spPr>
      </p:sp>
      <p:sp>
        <p:nvSpPr>
          <p:cNvPr id="11" name="Text 8"/>
          <p:cNvSpPr/>
          <p:nvPr/>
        </p:nvSpPr>
        <p:spPr>
          <a:xfrm>
            <a:off x="428625" y="3774115"/>
            <a:ext cx="258125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ACTIVE USERS</a:t>
            </a:r>
            <a:endParaRPr lang="en-US" sz="619" dirty="0"/>
          </a:p>
        </p:txBody>
      </p:sp>
      <p:sp>
        <p:nvSpPr>
          <p:cNvPr id="12" name="Text 9"/>
          <p:cNvSpPr/>
          <p:nvPr/>
        </p:nvSpPr>
        <p:spPr>
          <a:xfrm>
            <a:off x="428625" y="3931277"/>
            <a:ext cx="2581251" cy="300038"/>
          </a:xfrm>
          <a:prstGeom prst="rect">
            <a:avLst/>
          </a:prstGeom>
          <a:ln>
            <a:noFill/>
          </a:ln>
        </p:spPr>
        <p:txBody>
          <a:bodyPr wrap="square" lIns="0" tIns="29554" rIns="0" bIns="0" rtlCol="0" anchor="t"/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236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284K</a:t>
            </a:r>
            <a:endParaRPr lang="en-US" sz="2363" dirty="0"/>
          </a:p>
        </p:txBody>
      </p:sp>
      <p:sp>
        <p:nvSpPr>
          <p:cNvPr id="13" name="Text 10"/>
          <p:cNvSpPr/>
          <p:nvPr/>
        </p:nvSpPr>
        <p:spPr>
          <a:xfrm>
            <a:off x="428625" y="4274177"/>
            <a:ext cx="2581251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E4E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all platforms</a:t>
            </a:r>
            <a:endParaRPr lang="en-US" sz="731" dirty="0"/>
          </a:p>
        </p:txBody>
      </p:sp>
      <p:sp>
        <p:nvSpPr>
          <p:cNvPr id="14" name="Shape 11"/>
          <p:cNvSpPr/>
          <p:nvPr/>
        </p:nvSpPr>
        <p:spPr>
          <a:xfrm>
            <a:off x="428625" y="4445627"/>
            <a:ext cx="949976" cy="135731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5" name="Text 12"/>
          <p:cNvSpPr/>
          <p:nvPr/>
        </p:nvSpPr>
        <p:spPr>
          <a:xfrm>
            <a:off x="235744" y="4445627"/>
            <a:ext cx="1335738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+23% vs last month</a:t>
            </a:r>
            <a:endParaRPr lang="en-US" sz="675" dirty="0"/>
          </a:p>
        </p:txBody>
      </p:sp>
      <p:sp>
        <p:nvSpPr>
          <p:cNvPr id="16" name="Shape 13"/>
          <p:cNvSpPr/>
          <p:nvPr/>
        </p:nvSpPr>
        <p:spPr>
          <a:xfrm>
            <a:off x="3181326" y="3882057"/>
            <a:ext cx="2781276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7" name="Shape 14"/>
          <p:cNvSpPr/>
          <p:nvPr/>
        </p:nvSpPr>
        <p:spPr>
          <a:xfrm>
            <a:off x="3181326" y="3889200"/>
            <a:ext cx="2781276" cy="0"/>
          </a:xfrm>
          <a:prstGeom prst="line">
            <a:avLst/>
          </a:prstGeom>
          <a:noFill/>
          <a:ln w="14288" algn="in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181326" y="3996357"/>
            <a:ext cx="2781276" cy="319897"/>
          </a:xfrm>
          <a:prstGeom prst="rect">
            <a:avLst/>
          </a:prstGeom>
          <a:solidFill>
            <a:srgbClr val="F7FAFC">
              <a:alpha val="0"/>
            </a:srgbClr>
          </a:solidFill>
          <a:ln>
            <a:noFill/>
          </a:ln>
        </p:spPr>
      </p:sp>
      <p:sp>
        <p:nvSpPr>
          <p:cNvPr id="19" name="Shape 16"/>
          <p:cNvSpPr/>
          <p:nvPr/>
        </p:nvSpPr>
        <p:spPr>
          <a:xfrm>
            <a:off x="3181326" y="3996357"/>
            <a:ext cx="21431" cy="319897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20" name="Text 17"/>
          <p:cNvSpPr/>
          <p:nvPr/>
        </p:nvSpPr>
        <p:spPr>
          <a:xfrm>
            <a:off x="3281339" y="3996357"/>
            <a:ext cx="2681264" cy="31989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88" i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best way to predict the future is to build it — but only if your CI pipeline doesn't break first."</a:t>
            </a:r>
            <a:endParaRPr lang="en-US" sz="788" dirty="0"/>
          </a:p>
        </p:txBody>
      </p:sp>
      <p:sp>
        <p:nvSpPr>
          <p:cNvPr id="21" name="Text 18"/>
          <p:cNvSpPr/>
          <p:nvPr/>
        </p:nvSpPr>
        <p:spPr>
          <a:xfrm>
            <a:off x="3302770" y="4373404"/>
            <a:ext cx="2745557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Anonymous Engineering Manager, 2026</a:t>
            </a:r>
            <a:endParaRPr lang="en-US" sz="619" dirty="0"/>
          </a:p>
        </p:txBody>
      </p:sp>
      <p:sp>
        <p:nvSpPr>
          <p:cNvPr id="22" name="Text 19"/>
          <p:cNvSpPr/>
          <p:nvPr/>
        </p:nvSpPr>
        <p:spPr>
          <a:xfrm>
            <a:off x="6076902" y="3297769"/>
            <a:ext cx="286707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619" dirty="0"/>
          </a:p>
        </p:txBody>
      </p:sp>
      <p:sp>
        <p:nvSpPr>
          <p:cNvPr id="23" name="Shape 20"/>
          <p:cNvSpPr/>
          <p:nvPr/>
        </p:nvSpPr>
        <p:spPr>
          <a:xfrm>
            <a:off x="6076902" y="3454932"/>
            <a:ext cx="519851" cy="128588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>
            <a:noFill/>
          </a:ln>
        </p:spPr>
      </p:sp>
      <p:sp>
        <p:nvSpPr>
          <p:cNvPr id="24" name="Text 21"/>
          <p:cNvSpPr/>
          <p:nvPr/>
        </p:nvSpPr>
        <p:spPr>
          <a:xfrm>
            <a:off x="6048399" y="3454932"/>
            <a:ext cx="57685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</a:t>
            </a:r>
            <a:endParaRPr lang="en-US" sz="563" dirty="0"/>
          </a:p>
        </p:txBody>
      </p:sp>
      <p:sp>
        <p:nvSpPr>
          <p:cNvPr id="25" name="Shape 22"/>
          <p:cNvSpPr/>
          <p:nvPr/>
        </p:nvSpPr>
        <p:spPr>
          <a:xfrm>
            <a:off x="6639544" y="3454932"/>
            <a:ext cx="408194" cy="128588"/>
          </a:xfrm>
          <a:prstGeom prst="roundRect">
            <a:avLst>
              <a:gd name="adj" fmla="val 50000"/>
            </a:avLst>
          </a:prstGeom>
          <a:solidFill>
            <a:srgbClr val="F0FFF4"/>
          </a:solidFill>
          <a:ln>
            <a:noFill/>
          </a:ln>
        </p:spPr>
      </p:sp>
      <p:sp>
        <p:nvSpPr>
          <p:cNvPr id="26" name="Text 23"/>
          <p:cNvSpPr/>
          <p:nvPr/>
        </p:nvSpPr>
        <p:spPr>
          <a:xfrm>
            <a:off x="6611041" y="3454932"/>
            <a:ext cx="465201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</a:t>
            </a:r>
            <a:endParaRPr lang="en-US" sz="563" dirty="0"/>
          </a:p>
        </p:txBody>
      </p:sp>
      <p:sp>
        <p:nvSpPr>
          <p:cNvPr id="27" name="Shape 24"/>
          <p:cNvSpPr/>
          <p:nvPr/>
        </p:nvSpPr>
        <p:spPr>
          <a:xfrm>
            <a:off x="7090601" y="3454932"/>
            <a:ext cx="449056" cy="128588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>
            <a:noFill/>
          </a:ln>
        </p:spPr>
      </p:sp>
      <p:sp>
        <p:nvSpPr>
          <p:cNvPr id="28" name="Text 25"/>
          <p:cNvSpPr/>
          <p:nvPr/>
        </p:nvSpPr>
        <p:spPr>
          <a:xfrm>
            <a:off x="7062026" y="3454932"/>
            <a:ext cx="506206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805A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GraphQL</a:t>
            </a:r>
            <a:endParaRPr lang="en-US" sz="563" dirty="0"/>
          </a:p>
        </p:txBody>
      </p:sp>
      <p:sp>
        <p:nvSpPr>
          <p:cNvPr id="29" name="Shape 26"/>
          <p:cNvSpPr/>
          <p:nvPr/>
        </p:nvSpPr>
        <p:spPr>
          <a:xfrm>
            <a:off x="7582519" y="3454932"/>
            <a:ext cx="333399" cy="128588"/>
          </a:xfrm>
          <a:prstGeom prst="roundRect">
            <a:avLst>
              <a:gd name="adj" fmla="val 50000"/>
            </a:avLst>
          </a:prstGeom>
          <a:solidFill>
            <a:srgbClr val="FFF5F5"/>
          </a:solidFill>
          <a:ln>
            <a:noFill/>
          </a:ln>
        </p:spPr>
      </p:sp>
      <p:sp>
        <p:nvSpPr>
          <p:cNvPr id="30" name="Text 27"/>
          <p:cNvSpPr/>
          <p:nvPr/>
        </p:nvSpPr>
        <p:spPr>
          <a:xfrm>
            <a:off x="7553944" y="3454932"/>
            <a:ext cx="390549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</a:t>
            </a:r>
            <a:endParaRPr lang="en-US" sz="563" dirty="0"/>
          </a:p>
        </p:txBody>
      </p:sp>
      <p:sp>
        <p:nvSpPr>
          <p:cNvPr id="31" name="Shape 28"/>
          <p:cNvSpPr/>
          <p:nvPr/>
        </p:nvSpPr>
        <p:spPr>
          <a:xfrm>
            <a:off x="7958780" y="3454932"/>
            <a:ext cx="542354" cy="128588"/>
          </a:xfrm>
          <a:prstGeom prst="roundRect">
            <a:avLst>
              <a:gd name="adj" fmla="val 50000"/>
            </a:avLst>
          </a:prstGeom>
          <a:solidFill>
            <a:srgbClr val="E6FFFA"/>
          </a:solidFill>
          <a:ln>
            <a:noFill/>
          </a:ln>
        </p:spPr>
      </p:sp>
      <p:sp>
        <p:nvSpPr>
          <p:cNvPr id="32" name="Text 29"/>
          <p:cNvSpPr/>
          <p:nvPr/>
        </p:nvSpPr>
        <p:spPr>
          <a:xfrm>
            <a:off x="7930205" y="3454932"/>
            <a:ext cx="599503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</a:t>
            </a:r>
            <a:endParaRPr lang="en-US" sz="563" dirty="0"/>
          </a:p>
        </p:txBody>
      </p:sp>
      <p:sp>
        <p:nvSpPr>
          <p:cNvPr id="33" name="Shape 30"/>
          <p:cNvSpPr/>
          <p:nvPr/>
        </p:nvSpPr>
        <p:spPr>
          <a:xfrm>
            <a:off x="6076902" y="3626382"/>
            <a:ext cx="487418" cy="128588"/>
          </a:xfrm>
          <a:prstGeom prst="roundRect">
            <a:avLst>
              <a:gd name="adj" fmla="val 50000"/>
            </a:avLst>
          </a:prstGeom>
          <a:solidFill>
            <a:srgbClr val="FFFAF0"/>
          </a:solidFill>
          <a:ln>
            <a:noFill/>
          </a:ln>
        </p:spPr>
      </p:sp>
      <p:sp>
        <p:nvSpPr>
          <p:cNvPr id="34" name="Text 31"/>
          <p:cNvSpPr/>
          <p:nvPr/>
        </p:nvSpPr>
        <p:spPr>
          <a:xfrm>
            <a:off x="6048327" y="3626382"/>
            <a:ext cx="54456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DD6B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Terraform</a:t>
            </a:r>
            <a:endParaRPr lang="en-US" sz="563" dirty="0"/>
          </a:p>
        </p:txBody>
      </p:sp>
      <p:sp>
        <p:nvSpPr>
          <p:cNvPr id="35" name="Shape 32"/>
          <p:cNvSpPr/>
          <p:nvPr/>
        </p:nvSpPr>
        <p:spPr>
          <a:xfrm>
            <a:off x="6607183" y="3626382"/>
            <a:ext cx="339471" cy="128588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>
            <a:noFill/>
          </a:ln>
        </p:spPr>
      </p:sp>
      <p:sp>
        <p:nvSpPr>
          <p:cNvPr id="36" name="Text 33"/>
          <p:cNvSpPr/>
          <p:nvPr/>
        </p:nvSpPr>
        <p:spPr>
          <a:xfrm>
            <a:off x="6578608" y="3626382"/>
            <a:ext cx="396621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563" dirty="0"/>
          </a:p>
        </p:txBody>
      </p:sp>
      <p:sp>
        <p:nvSpPr>
          <p:cNvPr id="37" name="Shape 34"/>
          <p:cNvSpPr/>
          <p:nvPr/>
        </p:nvSpPr>
        <p:spPr>
          <a:xfrm>
            <a:off x="6989516" y="3626382"/>
            <a:ext cx="551498" cy="128588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38" name="Text 35"/>
          <p:cNvSpPr/>
          <p:nvPr/>
        </p:nvSpPr>
        <p:spPr>
          <a:xfrm>
            <a:off x="6960941" y="3626382"/>
            <a:ext cx="60864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563" dirty="0"/>
          </a:p>
        </p:txBody>
      </p:sp>
      <p:sp>
        <p:nvSpPr>
          <p:cNvPr id="39" name="Shape 36"/>
          <p:cNvSpPr/>
          <p:nvPr/>
        </p:nvSpPr>
        <p:spPr>
          <a:xfrm>
            <a:off x="7583876" y="3626382"/>
            <a:ext cx="381048" cy="128588"/>
          </a:xfrm>
          <a:prstGeom prst="roundRect">
            <a:avLst>
              <a:gd name="adj" fmla="val 50000"/>
            </a:avLst>
          </a:prstGeom>
          <a:solidFill>
            <a:srgbClr val="FFF5F7"/>
          </a:solidFill>
          <a:ln>
            <a:noFill/>
          </a:ln>
        </p:spPr>
      </p:sp>
      <p:sp>
        <p:nvSpPr>
          <p:cNvPr id="40" name="Text 37"/>
          <p:cNvSpPr/>
          <p:nvPr/>
        </p:nvSpPr>
        <p:spPr>
          <a:xfrm>
            <a:off x="7555301" y="3626382"/>
            <a:ext cx="43819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D53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Prisma</a:t>
            </a:r>
            <a:endParaRPr lang="en-US" sz="563" dirty="0"/>
          </a:p>
        </p:txBody>
      </p:sp>
      <p:sp>
        <p:nvSpPr>
          <p:cNvPr id="41" name="Shape 38"/>
          <p:cNvSpPr/>
          <p:nvPr/>
        </p:nvSpPr>
        <p:spPr>
          <a:xfrm>
            <a:off x="8007787" y="3626382"/>
            <a:ext cx="389334" cy="128588"/>
          </a:xfrm>
          <a:prstGeom prst="roundRect">
            <a:avLst>
              <a:gd name="adj" fmla="val 50000"/>
            </a:avLst>
          </a:prstGeom>
          <a:solidFill>
            <a:srgbClr val="F0FFF4"/>
          </a:solidFill>
          <a:ln>
            <a:noFill/>
          </a:ln>
        </p:spPr>
      </p:sp>
      <p:sp>
        <p:nvSpPr>
          <p:cNvPr id="42" name="Text 39"/>
          <p:cNvSpPr/>
          <p:nvPr/>
        </p:nvSpPr>
        <p:spPr>
          <a:xfrm>
            <a:off x="7979212" y="3626382"/>
            <a:ext cx="446484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</a:t>
            </a:r>
            <a:endParaRPr lang="en-US" sz="563" dirty="0"/>
          </a:p>
        </p:txBody>
      </p:sp>
      <p:sp>
        <p:nvSpPr>
          <p:cNvPr id="43" name="Shape 40"/>
          <p:cNvSpPr/>
          <p:nvPr/>
        </p:nvSpPr>
        <p:spPr>
          <a:xfrm>
            <a:off x="8439983" y="3626382"/>
            <a:ext cx="414123" cy="128588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>
            <a:noFill/>
          </a:ln>
        </p:spPr>
      </p:sp>
      <p:sp>
        <p:nvSpPr>
          <p:cNvPr id="44" name="Text 41"/>
          <p:cNvSpPr/>
          <p:nvPr/>
        </p:nvSpPr>
        <p:spPr>
          <a:xfrm>
            <a:off x="8411408" y="3626382"/>
            <a:ext cx="471273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805A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ArgoCD</a:t>
            </a:r>
            <a:endParaRPr lang="en-US" sz="563" dirty="0"/>
          </a:p>
        </p:txBody>
      </p:sp>
      <p:sp>
        <p:nvSpPr>
          <p:cNvPr id="45" name="Shape 42"/>
          <p:cNvSpPr/>
          <p:nvPr/>
        </p:nvSpPr>
        <p:spPr>
          <a:xfrm>
            <a:off x="6076902" y="3797832"/>
            <a:ext cx="560213" cy="128588"/>
          </a:xfrm>
          <a:prstGeom prst="roundRect">
            <a:avLst>
              <a:gd name="adj" fmla="val 50000"/>
            </a:avLst>
          </a:prstGeom>
          <a:solidFill>
            <a:srgbClr val="E6FFFA"/>
          </a:solidFill>
          <a:ln>
            <a:noFill/>
          </a:ln>
        </p:spPr>
      </p:sp>
      <p:sp>
        <p:nvSpPr>
          <p:cNvPr id="46" name="Text 43"/>
          <p:cNvSpPr/>
          <p:nvPr/>
        </p:nvSpPr>
        <p:spPr>
          <a:xfrm>
            <a:off x="6048327" y="3797832"/>
            <a:ext cx="617363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</a:t>
            </a:r>
            <a:endParaRPr lang="en-US" sz="563" dirty="0"/>
          </a:p>
        </p:txBody>
      </p:sp>
      <p:sp>
        <p:nvSpPr>
          <p:cNvPr id="47" name="Shape 44"/>
          <p:cNvSpPr/>
          <p:nvPr/>
        </p:nvSpPr>
        <p:spPr>
          <a:xfrm>
            <a:off x="6679978" y="3797832"/>
            <a:ext cx="343686" cy="128588"/>
          </a:xfrm>
          <a:prstGeom prst="roundRect">
            <a:avLst>
              <a:gd name="adj" fmla="val 50000"/>
            </a:avLst>
          </a:prstGeom>
          <a:solidFill>
            <a:srgbClr val="FFF5F5"/>
          </a:solidFill>
          <a:ln>
            <a:noFill/>
          </a:ln>
        </p:spPr>
      </p:sp>
      <p:sp>
        <p:nvSpPr>
          <p:cNvPr id="48" name="Text 45"/>
          <p:cNvSpPr/>
          <p:nvPr/>
        </p:nvSpPr>
        <p:spPr>
          <a:xfrm>
            <a:off x="6651403" y="3797832"/>
            <a:ext cx="400836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</a:t>
            </a:r>
            <a:endParaRPr lang="en-US" sz="563" dirty="0"/>
          </a:p>
        </p:txBody>
      </p:sp>
      <p:sp>
        <p:nvSpPr>
          <p:cNvPr id="49" name="Shape 46"/>
          <p:cNvSpPr/>
          <p:nvPr/>
        </p:nvSpPr>
        <p:spPr>
          <a:xfrm>
            <a:off x="7066526" y="3797832"/>
            <a:ext cx="434912" cy="128588"/>
          </a:xfrm>
          <a:prstGeom prst="roundRect">
            <a:avLst>
              <a:gd name="adj" fmla="val 50000"/>
            </a:avLst>
          </a:prstGeom>
          <a:solidFill>
            <a:srgbClr val="FFFAF0"/>
          </a:solidFill>
          <a:ln>
            <a:noFill/>
          </a:ln>
        </p:spPr>
      </p:sp>
      <p:sp>
        <p:nvSpPr>
          <p:cNvPr id="50" name="Text 47"/>
          <p:cNvSpPr/>
          <p:nvPr/>
        </p:nvSpPr>
        <p:spPr>
          <a:xfrm>
            <a:off x="7038023" y="3797832"/>
            <a:ext cx="491919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DD6B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Datadog</a:t>
            </a:r>
            <a:endParaRPr lang="en-US" sz="563" dirty="0"/>
          </a:p>
        </p:txBody>
      </p:sp>
      <p:sp>
        <p:nvSpPr>
          <p:cNvPr id="51" name="Shape 48"/>
          <p:cNvSpPr/>
          <p:nvPr/>
        </p:nvSpPr>
        <p:spPr>
          <a:xfrm>
            <a:off x="7544229" y="3797832"/>
            <a:ext cx="344900" cy="128588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52" name="Text 49"/>
          <p:cNvSpPr/>
          <p:nvPr/>
        </p:nvSpPr>
        <p:spPr>
          <a:xfrm>
            <a:off x="7515725" y="3797832"/>
            <a:ext cx="401907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Nginx</a:t>
            </a:r>
            <a:endParaRPr lang="en-US" sz="563" dirty="0"/>
          </a:p>
        </p:txBody>
      </p:sp>
      <p:sp>
        <p:nvSpPr>
          <p:cNvPr id="53" name="Shape 50"/>
          <p:cNvSpPr/>
          <p:nvPr/>
        </p:nvSpPr>
        <p:spPr>
          <a:xfrm>
            <a:off x="7931991" y="3797832"/>
            <a:ext cx="385620" cy="128588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>
            <a:noFill/>
          </a:ln>
        </p:spPr>
      </p:sp>
      <p:sp>
        <p:nvSpPr>
          <p:cNvPr id="54" name="Text 51"/>
          <p:cNvSpPr/>
          <p:nvPr/>
        </p:nvSpPr>
        <p:spPr>
          <a:xfrm>
            <a:off x="7903416" y="3797832"/>
            <a:ext cx="442770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</a:t>
            </a:r>
            <a:endParaRPr lang="en-US" sz="563" dirty="0"/>
          </a:p>
        </p:txBody>
      </p:sp>
      <p:sp>
        <p:nvSpPr>
          <p:cNvPr id="55" name="Shape 52"/>
          <p:cNvSpPr/>
          <p:nvPr/>
        </p:nvSpPr>
        <p:spPr>
          <a:xfrm>
            <a:off x="8360545" y="3797832"/>
            <a:ext cx="313539" cy="128588"/>
          </a:xfrm>
          <a:prstGeom prst="roundRect">
            <a:avLst>
              <a:gd name="adj" fmla="val 50000"/>
            </a:avLst>
          </a:prstGeom>
          <a:solidFill>
            <a:srgbClr val="FFF5F7"/>
          </a:solidFill>
          <a:ln>
            <a:noFill/>
          </a:ln>
        </p:spPr>
      </p:sp>
      <p:sp>
        <p:nvSpPr>
          <p:cNvPr id="56" name="Text 53"/>
          <p:cNvSpPr/>
          <p:nvPr/>
        </p:nvSpPr>
        <p:spPr>
          <a:xfrm>
            <a:off x="8331899" y="3797832"/>
            <a:ext cx="370832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D53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tRPC</a:t>
            </a:r>
            <a:endParaRPr lang="en-US" sz="563" dirty="0"/>
          </a:p>
        </p:txBody>
      </p:sp>
      <p:sp>
        <p:nvSpPr>
          <p:cNvPr id="57" name="Shape 54"/>
          <p:cNvSpPr/>
          <p:nvPr/>
        </p:nvSpPr>
        <p:spPr>
          <a:xfrm>
            <a:off x="6076902" y="3969282"/>
            <a:ext cx="344829" cy="128588"/>
          </a:xfrm>
          <a:prstGeom prst="roundRect">
            <a:avLst>
              <a:gd name="adj" fmla="val 50000"/>
            </a:avLst>
          </a:prstGeom>
          <a:solidFill>
            <a:srgbClr val="F0FFF4"/>
          </a:solidFill>
          <a:ln>
            <a:noFill/>
          </a:ln>
        </p:spPr>
      </p:sp>
      <p:sp>
        <p:nvSpPr>
          <p:cNvPr id="58" name="Text 55"/>
          <p:cNvSpPr/>
          <p:nvPr/>
        </p:nvSpPr>
        <p:spPr>
          <a:xfrm>
            <a:off x="6048399" y="3969282"/>
            <a:ext cx="401836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Vitest</a:t>
            </a:r>
            <a:endParaRPr lang="en-US" sz="563" dirty="0"/>
          </a:p>
        </p:txBody>
      </p:sp>
      <p:sp>
        <p:nvSpPr>
          <p:cNvPr id="59" name="Shape 56"/>
          <p:cNvSpPr/>
          <p:nvPr/>
        </p:nvSpPr>
        <p:spPr>
          <a:xfrm>
            <a:off x="6464522" y="3969282"/>
            <a:ext cx="510635" cy="128588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>
            <a:noFill/>
          </a:ln>
        </p:spPr>
      </p:sp>
      <p:sp>
        <p:nvSpPr>
          <p:cNvPr id="60" name="Text 57"/>
          <p:cNvSpPr/>
          <p:nvPr/>
        </p:nvSpPr>
        <p:spPr>
          <a:xfrm>
            <a:off x="6436019" y="3969282"/>
            <a:ext cx="567642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805A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Playwright</a:t>
            </a:r>
            <a:endParaRPr lang="en-US" sz="563" dirty="0"/>
          </a:p>
        </p:txBody>
      </p:sp>
      <p:sp>
        <p:nvSpPr>
          <p:cNvPr id="61" name="Shape 58"/>
          <p:cNvSpPr/>
          <p:nvPr/>
        </p:nvSpPr>
        <p:spPr>
          <a:xfrm>
            <a:off x="7018091" y="3969282"/>
            <a:ext cx="671370" cy="128588"/>
          </a:xfrm>
          <a:prstGeom prst="roundRect">
            <a:avLst>
              <a:gd name="adj" fmla="val 50000"/>
            </a:avLst>
          </a:prstGeom>
          <a:solidFill>
            <a:srgbClr val="E6FFFA"/>
          </a:solidFill>
          <a:ln>
            <a:noFill/>
          </a:ln>
        </p:spPr>
      </p:sp>
      <p:sp>
        <p:nvSpPr>
          <p:cNvPr id="62" name="Text 59"/>
          <p:cNvSpPr/>
          <p:nvPr/>
        </p:nvSpPr>
        <p:spPr>
          <a:xfrm>
            <a:off x="6989445" y="3969282"/>
            <a:ext cx="728662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OpenTelemetry</a:t>
            </a:r>
            <a:endParaRPr lang="en-US" sz="56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record-slide_30-1781898613249</dc:title>
  <dc:subject>PptxGenJS Presentation</dc:subject>
  <dc:creator>PptxGenJS</dc:creator>
  <cp:lastModifiedBy>PptxGenJS</cp:lastModifiedBy>
  <cp:revision>1</cp:revision>
  <dcterms:created xsi:type="dcterms:W3CDTF">2026-06-19T19:50:15Z</dcterms:created>
  <dcterms:modified xsi:type="dcterms:W3CDTF">2026-06-19T19:50:15Z</dcterms:modified>
</cp:coreProperties>
</file>