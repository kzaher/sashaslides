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025" y="15001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200025" y="150019"/>
            <a:ext cx="228600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‹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514350" y="142875"/>
            <a:ext cx="1003340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5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603415" y="15001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603415" y="150019"/>
            <a:ext cx="228600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6285143" y="214313"/>
            <a:ext cx="44012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Meetings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6170843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868144" y="214313"/>
            <a:ext cx="45498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Launches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6753844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7466005" y="214313"/>
            <a:ext cx="4612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Deadlines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7351705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8070080" y="214313"/>
            <a:ext cx="40005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Reviews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7955780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8613005" y="214313"/>
            <a:ext cx="41669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Holidays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8498705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200025" y="500063"/>
            <a:ext cx="124901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449038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698194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47350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196507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445663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7694819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200025" y="750094"/>
            <a:ext cx="8743950" cy="4250531"/>
          </a:xfrm>
          <a:prstGeom prst="roundRect">
            <a:avLst>
              <a:gd name="adj" fmla="val 2017"/>
            </a:avLst>
          </a:prstGeom>
          <a:solidFill>
            <a:srgbClr val="FFFFFF">
              <a:alpha val="0"/>
            </a:srgbClr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169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207169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1447038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178594" y="800100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31" dirty="0"/>
          </a:p>
        </p:txBody>
      </p:sp>
      <p:sp>
        <p:nvSpPr>
          <p:cNvPr id="29" name="Shape 27"/>
          <p:cNvSpPr/>
          <p:nvPr/>
        </p:nvSpPr>
        <p:spPr>
          <a:xfrm>
            <a:off x="1454182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1454182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694194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1468469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2701338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2701338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941207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2715625" y="800100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3948351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948351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5188363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3962638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31" dirty="0"/>
          </a:p>
        </p:txBody>
      </p:sp>
      <p:sp>
        <p:nvSpPr>
          <p:cNvPr id="41" name="Shape 39"/>
          <p:cNvSpPr/>
          <p:nvPr/>
        </p:nvSpPr>
        <p:spPr>
          <a:xfrm>
            <a:off x="4005501" y="94297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4048363" y="94297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Planning</a:t>
            </a:r>
            <a:endParaRPr lang="en-US" sz="506" dirty="0"/>
          </a:p>
        </p:txBody>
      </p:sp>
      <p:sp>
        <p:nvSpPr>
          <p:cNvPr id="43" name="Shape 41"/>
          <p:cNvSpPr/>
          <p:nvPr/>
        </p:nvSpPr>
        <p:spPr>
          <a:xfrm>
            <a:off x="5195507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5195507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5" name="Shape 43"/>
          <p:cNvSpPr/>
          <p:nvPr/>
        </p:nvSpPr>
        <p:spPr>
          <a:xfrm>
            <a:off x="6435376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5209794" y="800100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31" dirty="0"/>
          </a:p>
        </p:txBody>
      </p:sp>
      <p:sp>
        <p:nvSpPr>
          <p:cNvPr id="47" name="Shape 45"/>
          <p:cNvSpPr/>
          <p:nvPr/>
        </p:nvSpPr>
        <p:spPr>
          <a:xfrm>
            <a:off x="6442520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6442520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Shape 47"/>
          <p:cNvSpPr/>
          <p:nvPr/>
        </p:nvSpPr>
        <p:spPr>
          <a:xfrm>
            <a:off x="7682532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6456807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31" dirty="0"/>
          </a:p>
        </p:txBody>
      </p:sp>
      <p:sp>
        <p:nvSpPr>
          <p:cNvPr id="51" name="Shape 49"/>
          <p:cNvSpPr/>
          <p:nvPr/>
        </p:nvSpPr>
        <p:spPr>
          <a:xfrm>
            <a:off x="6499670" y="94297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6542532" y="94297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Report Due</a:t>
            </a:r>
            <a:endParaRPr lang="en-US" sz="506" dirty="0"/>
          </a:p>
        </p:txBody>
      </p:sp>
      <p:sp>
        <p:nvSpPr>
          <p:cNvPr id="53" name="Shape 51"/>
          <p:cNvSpPr/>
          <p:nvPr/>
        </p:nvSpPr>
        <p:spPr>
          <a:xfrm>
            <a:off x="7689675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7689675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7703963" y="800100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31" dirty="0"/>
          </a:p>
        </p:txBody>
      </p:sp>
      <p:sp>
        <p:nvSpPr>
          <p:cNvPr id="56" name="Shape 54"/>
          <p:cNvSpPr/>
          <p:nvPr/>
        </p:nvSpPr>
        <p:spPr>
          <a:xfrm>
            <a:off x="207169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207169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1447038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178594" y="1647277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1454182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1454182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2694194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3" name="Text 61"/>
          <p:cNvSpPr/>
          <p:nvPr/>
        </p:nvSpPr>
        <p:spPr>
          <a:xfrm>
            <a:off x="1468469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31" dirty="0"/>
          </a:p>
        </p:txBody>
      </p:sp>
      <p:sp>
        <p:nvSpPr>
          <p:cNvPr id="64" name="Shape 62"/>
          <p:cNvSpPr/>
          <p:nvPr/>
        </p:nvSpPr>
        <p:spPr>
          <a:xfrm>
            <a:off x="1511332" y="1790152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1554194" y="1790152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Meeting</a:t>
            </a:r>
            <a:endParaRPr lang="en-US" sz="506" dirty="0"/>
          </a:p>
        </p:txBody>
      </p:sp>
      <p:sp>
        <p:nvSpPr>
          <p:cNvPr id="66" name="Shape 64"/>
          <p:cNvSpPr/>
          <p:nvPr/>
        </p:nvSpPr>
        <p:spPr>
          <a:xfrm>
            <a:off x="1511332" y="1911596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1554194" y="1911596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Launch</a:t>
            </a:r>
            <a:endParaRPr lang="en-US" sz="506" dirty="0"/>
          </a:p>
        </p:txBody>
      </p:sp>
      <p:sp>
        <p:nvSpPr>
          <p:cNvPr id="68" name="Shape 66"/>
          <p:cNvSpPr/>
          <p:nvPr/>
        </p:nvSpPr>
        <p:spPr>
          <a:xfrm>
            <a:off x="2701338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2701338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3941207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1" name="Text 69"/>
          <p:cNvSpPr/>
          <p:nvPr/>
        </p:nvSpPr>
        <p:spPr>
          <a:xfrm>
            <a:off x="2715625" y="1647277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31" dirty="0"/>
          </a:p>
        </p:txBody>
      </p:sp>
      <p:sp>
        <p:nvSpPr>
          <p:cNvPr id="72" name="Shape 70"/>
          <p:cNvSpPr/>
          <p:nvPr/>
        </p:nvSpPr>
        <p:spPr>
          <a:xfrm>
            <a:off x="2758488" y="1790152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73" name="Text 71"/>
          <p:cNvSpPr/>
          <p:nvPr/>
        </p:nvSpPr>
        <p:spPr>
          <a:xfrm>
            <a:off x="2801350" y="1790152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Review</a:t>
            </a:r>
            <a:endParaRPr lang="en-US" sz="506" dirty="0"/>
          </a:p>
        </p:txBody>
      </p:sp>
      <p:sp>
        <p:nvSpPr>
          <p:cNvPr id="74" name="Shape 72"/>
          <p:cNvSpPr/>
          <p:nvPr/>
        </p:nvSpPr>
        <p:spPr>
          <a:xfrm>
            <a:off x="3948351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3948351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5188363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7" name="Text 75"/>
          <p:cNvSpPr/>
          <p:nvPr/>
        </p:nvSpPr>
        <p:spPr>
          <a:xfrm>
            <a:off x="3962638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31" dirty="0"/>
          </a:p>
        </p:txBody>
      </p:sp>
      <p:sp>
        <p:nvSpPr>
          <p:cNvPr id="78" name="Shape 76"/>
          <p:cNvSpPr/>
          <p:nvPr/>
        </p:nvSpPr>
        <p:spPr>
          <a:xfrm>
            <a:off x="5195507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5195507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6435376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5209794" y="1647277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31" dirty="0"/>
          </a:p>
        </p:txBody>
      </p:sp>
      <p:sp>
        <p:nvSpPr>
          <p:cNvPr id="82" name="Shape 80"/>
          <p:cNvSpPr/>
          <p:nvPr/>
        </p:nvSpPr>
        <p:spPr>
          <a:xfrm>
            <a:off x="5252657" y="1790152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83" name="Text 81"/>
          <p:cNvSpPr/>
          <p:nvPr/>
        </p:nvSpPr>
        <p:spPr>
          <a:xfrm>
            <a:off x="5295519" y="1790152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Offsite</a:t>
            </a:r>
            <a:endParaRPr lang="en-US" sz="506" dirty="0"/>
          </a:p>
        </p:txBody>
      </p:sp>
      <p:sp>
        <p:nvSpPr>
          <p:cNvPr id="84" name="Shape 82"/>
          <p:cNvSpPr/>
          <p:nvPr/>
        </p:nvSpPr>
        <p:spPr>
          <a:xfrm>
            <a:off x="6442520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5" name="Shape 83"/>
          <p:cNvSpPr/>
          <p:nvPr/>
        </p:nvSpPr>
        <p:spPr>
          <a:xfrm>
            <a:off x="6442520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7682532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6456807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31" dirty="0"/>
          </a:p>
        </p:txBody>
      </p:sp>
      <p:sp>
        <p:nvSpPr>
          <p:cNvPr id="88" name="Shape 86"/>
          <p:cNvSpPr/>
          <p:nvPr/>
        </p:nvSpPr>
        <p:spPr>
          <a:xfrm>
            <a:off x="6499670" y="1790152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89" name="Text 87"/>
          <p:cNvSpPr/>
          <p:nvPr/>
        </p:nvSpPr>
        <p:spPr>
          <a:xfrm>
            <a:off x="6542532" y="1790152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Offsite</a:t>
            </a:r>
            <a:endParaRPr lang="en-US" sz="506" dirty="0"/>
          </a:p>
        </p:txBody>
      </p:sp>
      <p:sp>
        <p:nvSpPr>
          <p:cNvPr id="90" name="Shape 88"/>
          <p:cNvSpPr/>
          <p:nvPr/>
        </p:nvSpPr>
        <p:spPr>
          <a:xfrm>
            <a:off x="7689675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7689675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2" name="Text 90"/>
          <p:cNvSpPr/>
          <p:nvPr/>
        </p:nvSpPr>
        <p:spPr>
          <a:xfrm>
            <a:off x="7703963" y="1647277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31" dirty="0"/>
          </a:p>
        </p:txBody>
      </p:sp>
      <p:sp>
        <p:nvSpPr>
          <p:cNvPr id="93" name="Shape 91"/>
          <p:cNvSpPr/>
          <p:nvPr/>
        </p:nvSpPr>
        <p:spPr>
          <a:xfrm>
            <a:off x="207169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4" name="Shape 92"/>
          <p:cNvSpPr/>
          <p:nvPr/>
        </p:nvSpPr>
        <p:spPr>
          <a:xfrm>
            <a:off x="207169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1447038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178594" y="2494526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31" dirty="0"/>
          </a:p>
        </p:txBody>
      </p:sp>
      <p:sp>
        <p:nvSpPr>
          <p:cNvPr id="97" name="Shape 95"/>
          <p:cNvSpPr/>
          <p:nvPr/>
        </p:nvSpPr>
        <p:spPr>
          <a:xfrm>
            <a:off x="1454182" y="2451664"/>
            <a:ext cx="1247156" cy="84732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1454182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2694194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2465594" y="2494526"/>
            <a:ext cx="171450" cy="1714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1" name="Text 99"/>
          <p:cNvSpPr/>
          <p:nvPr/>
        </p:nvSpPr>
        <p:spPr>
          <a:xfrm>
            <a:off x="2465594" y="2494526"/>
            <a:ext cx="171450" cy="171450"/>
          </a:xfrm>
          <a:prstGeom prst="rect">
            <a:avLst/>
          </a:prstGeom>
          <a:ln>
            <a:noFill/>
          </a:ln>
        </p:spPr>
        <p:txBody>
          <a:bodyPr wrap="square" lIns="0" tIns="22289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31" dirty="0"/>
          </a:p>
        </p:txBody>
      </p:sp>
      <p:sp>
        <p:nvSpPr>
          <p:cNvPr id="102" name="Shape 100"/>
          <p:cNvSpPr/>
          <p:nvPr/>
        </p:nvSpPr>
        <p:spPr>
          <a:xfrm>
            <a:off x="1511332" y="269455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03" name="Text 101"/>
          <p:cNvSpPr/>
          <p:nvPr/>
        </p:nvSpPr>
        <p:spPr>
          <a:xfrm>
            <a:off x="1554194" y="269455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Standup</a:t>
            </a:r>
            <a:endParaRPr lang="en-US" sz="506" dirty="0"/>
          </a:p>
        </p:txBody>
      </p:sp>
      <p:sp>
        <p:nvSpPr>
          <p:cNvPr id="104" name="Shape 102"/>
          <p:cNvSpPr/>
          <p:nvPr/>
        </p:nvSpPr>
        <p:spPr>
          <a:xfrm>
            <a:off x="1511332" y="281599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05" name="Text 103"/>
          <p:cNvSpPr/>
          <p:nvPr/>
        </p:nvSpPr>
        <p:spPr>
          <a:xfrm>
            <a:off x="1554194" y="281599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Freeze</a:t>
            </a:r>
            <a:endParaRPr lang="en-US" sz="506" dirty="0"/>
          </a:p>
        </p:txBody>
      </p:sp>
      <p:sp>
        <p:nvSpPr>
          <p:cNvPr id="106" name="Shape 104"/>
          <p:cNvSpPr/>
          <p:nvPr/>
        </p:nvSpPr>
        <p:spPr>
          <a:xfrm>
            <a:off x="2701338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7" name="Shape 105"/>
          <p:cNvSpPr/>
          <p:nvPr/>
        </p:nvSpPr>
        <p:spPr>
          <a:xfrm>
            <a:off x="2701338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8" name="Shape 106"/>
          <p:cNvSpPr/>
          <p:nvPr/>
        </p:nvSpPr>
        <p:spPr>
          <a:xfrm>
            <a:off x="3941207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9" name="Text 107"/>
          <p:cNvSpPr/>
          <p:nvPr/>
        </p:nvSpPr>
        <p:spPr>
          <a:xfrm>
            <a:off x="2715625" y="249452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31" dirty="0"/>
          </a:p>
        </p:txBody>
      </p:sp>
      <p:sp>
        <p:nvSpPr>
          <p:cNvPr id="110" name="Shape 108"/>
          <p:cNvSpPr/>
          <p:nvPr/>
        </p:nvSpPr>
        <p:spPr>
          <a:xfrm>
            <a:off x="2758488" y="2637401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2801350" y="2637401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 Reviews</a:t>
            </a:r>
            <a:endParaRPr lang="en-US" sz="506" dirty="0"/>
          </a:p>
        </p:txBody>
      </p:sp>
      <p:sp>
        <p:nvSpPr>
          <p:cNvPr id="112" name="Shape 110"/>
          <p:cNvSpPr/>
          <p:nvPr/>
        </p:nvSpPr>
        <p:spPr>
          <a:xfrm>
            <a:off x="3948351" y="2451664"/>
            <a:ext cx="1247156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3" name="Shape 111"/>
          <p:cNvSpPr/>
          <p:nvPr/>
        </p:nvSpPr>
        <p:spPr>
          <a:xfrm>
            <a:off x="3948351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5188363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5" name="Text 113"/>
          <p:cNvSpPr/>
          <p:nvPr/>
        </p:nvSpPr>
        <p:spPr>
          <a:xfrm>
            <a:off x="3962638" y="249452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31" dirty="0"/>
          </a:p>
        </p:txBody>
      </p:sp>
      <p:sp>
        <p:nvSpPr>
          <p:cNvPr id="116" name="Shape 114"/>
          <p:cNvSpPr/>
          <p:nvPr/>
        </p:nvSpPr>
        <p:spPr>
          <a:xfrm>
            <a:off x="4005501" y="263740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7" name="Text 115"/>
          <p:cNvSpPr/>
          <p:nvPr/>
        </p:nvSpPr>
        <p:spPr>
          <a:xfrm>
            <a:off x="4048363" y="263740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Ship</a:t>
            </a:r>
            <a:endParaRPr lang="en-US" sz="506" dirty="0"/>
          </a:p>
        </p:txBody>
      </p:sp>
      <p:sp>
        <p:nvSpPr>
          <p:cNvPr id="118" name="Shape 116"/>
          <p:cNvSpPr/>
          <p:nvPr/>
        </p:nvSpPr>
        <p:spPr>
          <a:xfrm>
            <a:off x="5195507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5195507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435376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5209794" y="249452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31" dirty="0"/>
          </a:p>
        </p:txBody>
      </p:sp>
      <p:sp>
        <p:nvSpPr>
          <p:cNvPr id="122" name="Shape 120"/>
          <p:cNvSpPr/>
          <p:nvPr/>
        </p:nvSpPr>
        <p:spPr>
          <a:xfrm>
            <a:off x="6442520" y="2451664"/>
            <a:ext cx="1247156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3" name="Shape 121"/>
          <p:cNvSpPr/>
          <p:nvPr/>
        </p:nvSpPr>
        <p:spPr>
          <a:xfrm>
            <a:off x="6442520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4" name="Shape 122"/>
          <p:cNvSpPr/>
          <p:nvPr/>
        </p:nvSpPr>
        <p:spPr>
          <a:xfrm>
            <a:off x="7682532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5" name="Text 123"/>
          <p:cNvSpPr/>
          <p:nvPr/>
        </p:nvSpPr>
        <p:spPr>
          <a:xfrm>
            <a:off x="6456807" y="249452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31" dirty="0"/>
          </a:p>
        </p:txBody>
      </p:sp>
      <p:sp>
        <p:nvSpPr>
          <p:cNvPr id="126" name="Shape 124"/>
          <p:cNvSpPr/>
          <p:nvPr/>
        </p:nvSpPr>
        <p:spPr>
          <a:xfrm>
            <a:off x="6499670" y="263740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27" name="Text 125"/>
          <p:cNvSpPr/>
          <p:nvPr/>
        </p:nvSpPr>
        <p:spPr>
          <a:xfrm>
            <a:off x="6542532" y="263740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Holiday</a:t>
            </a:r>
            <a:endParaRPr lang="en-US" sz="506" dirty="0"/>
          </a:p>
        </p:txBody>
      </p:sp>
      <p:sp>
        <p:nvSpPr>
          <p:cNvPr id="128" name="Shape 126"/>
          <p:cNvSpPr/>
          <p:nvPr/>
        </p:nvSpPr>
        <p:spPr>
          <a:xfrm>
            <a:off x="7689675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9" name="Shape 127"/>
          <p:cNvSpPr/>
          <p:nvPr/>
        </p:nvSpPr>
        <p:spPr>
          <a:xfrm>
            <a:off x="7689675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0" name="Text 128"/>
          <p:cNvSpPr/>
          <p:nvPr/>
        </p:nvSpPr>
        <p:spPr>
          <a:xfrm>
            <a:off x="7703963" y="2494526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31" dirty="0"/>
          </a:p>
        </p:txBody>
      </p:sp>
      <p:sp>
        <p:nvSpPr>
          <p:cNvPr id="131" name="Shape 129"/>
          <p:cNvSpPr/>
          <p:nvPr/>
        </p:nvSpPr>
        <p:spPr>
          <a:xfrm>
            <a:off x="207169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2" name="Shape 130"/>
          <p:cNvSpPr/>
          <p:nvPr/>
        </p:nvSpPr>
        <p:spPr>
          <a:xfrm>
            <a:off x="207169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3" name="Shape 131"/>
          <p:cNvSpPr/>
          <p:nvPr/>
        </p:nvSpPr>
        <p:spPr>
          <a:xfrm>
            <a:off x="1447038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4" name="Text 132"/>
          <p:cNvSpPr/>
          <p:nvPr/>
        </p:nvSpPr>
        <p:spPr>
          <a:xfrm>
            <a:off x="178594" y="3341846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31" dirty="0"/>
          </a:p>
        </p:txBody>
      </p:sp>
      <p:sp>
        <p:nvSpPr>
          <p:cNvPr id="135" name="Shape 133"/>
          <p:cNvSpPr/>
          <p:nvPr/>
        </p:nvSpPr>
        <p:spPr>
          <a:xfrm>
            <a:off x="1454182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6" name="Shape 134"/>
          <p:cNvSpPr/>
          <p:nvPr/>
        </p:nvSpPr>
        <p:spPr>
          <a:xfrm>
            <a:off x="1454182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7" name="Shape 135"/>
          <p:cNvSpPr/>
          <p:nvPr/>
        </p:nvSpPr>
        <p:spPr>
          <a:xfrm>
            <a:off x="2694194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8" name="Text 136"/>
          <p:cNvSpPr/>
          <p:nvPr/>
        </p:nvSpPr>
        <p:spPr>
          <a:xfrm>
            <a:off x="1468469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731" dirty="0"/>
          </a:p>
        </p:txBody>
      </p:sp>
      <p:sp>
        <p:nvSpPr>
          <p:cNvPr id="139" name="Shape 137"/>
          <p:cNvSpPr/>
          <p:nvPr/>
        </p:nvSpPr>
        <p:spPr>
          <a:xfrm>
            <a:off x="1511332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40" name="Text 138"/>
          <p:cNvSpPr/>
          <p:nvPr/>
        </p:nvSpPr>
        <p:spPr>
          <a:xfrm>
            <a:off x="1554194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Hands</a:t>
            </a:r>
            <a:endParaRPr lang="en-US" sz="506" dirty="0"/>
          </a:p>
        </p:txBody>
      </p:sp>
      <p:sp>
        <p:nvSpPr>
          <p:cNvPr id="141" name="Shape 139"/>
          <p:cNvSpPr/>
          <p:nvPr/>
        </p:nvSpPr>
        <p:spPr>
          <a:xfrm>
            <a:off x="2701338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42" name="Shape 140"/>
          <p:cNvSpPr/>
          <p:nvPr/>
        </p:nvSpPr>
        <p:spPr>
          <a:xfrm>
            <a:off x="2701338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3" name="Shape 141"/>
          <p:cNvSpPr/>
          <p:nvPr/>
        </p:nvSpPr>
        <p:spPr>
          <a:xfrm>
            <a:off x="3941207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4" name="Text 142"/>
          <p:cNvSpPr/>
          <p:nvPr/>
        </p:nvSpPr>
        <p:spPr>
          <a:xfrm>
            <a:off x="2715625" y="334184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31" dirty="0"/>
          </a:p>
        </p:txBody>
      </p:sp>
      <p:sp>
        <p:nvSpPr>
          <p:cNvPr id="145" name="Shape 143"/>
          <p:cNvSpPr/>
          <p:nvPr/>
        </p:nvSpPr>
        <p:spPr>
          <a:xfrm>
            <a:off x="3948351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46" name="Shape 144"/>
          <p:cNvSpPr/>
          <p:nvPr/>
        </p:nvSpPr>
        <p:spPr>
          <a:xfrm>
            <a:off x="3948351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7" name="Shape 145"/>
          <p:cNvSpPr/>
          <p:nvPr/>
        </p:nvSpPr>
        <p:spPr>
          <a:xfrm>
            <a:off x="5188363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8" name="Text 146"/>
          <p:cNvSpPr/>
          <p:nvPr/>
        </p:nvSpPr>
        <p:spPr>
          <a:xfrm>
            <a:off x="3962638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731" dirty="0"/>
          </a:p>
        </p:txBody>
      </p:sp>
      <p:sp>
        <p:nvSpPr>
          <p:cNvPr id="149" name="Shape 147"/>
          <p:cNvSpPr/>
          <p:nvPr/>
        </p:nvSpPr>
        <p:spPr>
          <a:xfrm>
            <a:off x="4005501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50" name="Text 148"/>
          <p:cNvSpPr/>
          <p:nvPr/>
        </p:nvSpPr>
        <p:spPr>
          <a:xfrm>
            <a:off x="4048363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Due</a:t>
            </a:r>
            <a:endParaRPr lang="en-US" sz="506" dirty="0"/>
          </a:p>
        </p:txBody>
      </p:sp>
      <p:sp>
        <p:nvSpPr>
          <p:cNvPr id="151" name="Shape 149"/>
          <p:cNvSpPr/>
          <p:nvPr/>
        </p:nvSpPr>
        <p:spPr>
          <a:xfrm>
            <a:off x="4005501" y="360616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2" name="Text 150"/>
          <p:cNvSpPr/>
          <p:nvPr/>
        </p:nvSpPr>
        <p:spPr>
          <a:xfrm>
            <a:off x="4048363" y="360616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Review</a:t>
            </a:r>
            <a:endParaRPr lang="en-US" sz="506" dirty="0"/>
          </a:p>
        </p:txBody>
      </p:sp>
      <p:sp>
        <p:nvSpPr>
          <p:cNvPr id="153" name="Shape 151"/>
          <p:cNvSpPr/>
          <p:nvPr/>
        </p:nvSpPr>
        <p:spPr>
          <a:xfrm>
            <a:off x="5195507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54" name="Shape 152"/>
          <p:cNvSpPr/>
          <p:nvPr/>
        </p:nvSpPr>
        <p:spPr>
          <a:xfrm>
            <a:off x="5195507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5" name="Shape 153"/>
          <p:cNvSpPr/>
          <p:nvPr/>
        </p:nvSpPr>
        <p:spPr>
          <a:xfrm>
            <a:off x="6435376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6" name="Text 154"/>
          <p:cNvSpPr/>
          <p:nvPr/>
        </p:nvSpPr>
        <p:spPr>
          <a:xfrm>
            <a:off x="5209794" y="334184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731" dirty="0"/>
          </a:p>
        </p:txBody>
      </p:sp>
      <p:sp>
        <p:nvSpPr>
          <p:cNvPr id="157" name="Shape 155"/>
          <p:cNvSpPr/>
          <p:nvPr/>
        </p:nvSpPr>
        <p:spPr>
          <a:xfrm>
            <a:off x="6442520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58" name="Shape 156"/>
          <p:cNvSpPr/>
          <p:nvPr/>
        </p:nvSpPr>
        <p:spPr>
          <a:xfrm>
            <a:off x="6442520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9" name="Shape 157"/>
          <p:cNvSpPr/>
          <p:nvPr/>
        </p:nvSpPr>
        <p:spPr>
          <a:xfrm>
            <a:off x="7682532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0" name="Text 158"/>
          <p:cNvSpPr/>
          <p:nvPr/>
        </p:nvSpPr>
        <p:spPr>
          <a:xfrm>
            <a:off x="6456807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31" dirty="0"/>
          </a:p>
        </p:txBody>
      </p:sp>
      <p:sp>
        <p:nvSpPr>
          <p:cNvPr id="161" name="Shape 159"/>
          <p:cNvSpPr/>
          <p:nvPr/>
        </p:nvSpPr>
        <p:spPr>
          <a:xfrm>
            <a:off x="6499670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2" name="Text 160"/>
          <p:cNvSpPr/>
          <p:nvPr/>
        </p:nvSpPr>
        <p:spPr>
          <a:xfrm>
            <a:off x="6542532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Release</a:t>
            </a:r>
            <a:endParaRPr lang="en-US" sz="506" dirty="0"/>
          </a:p>
        </p:txBody>
      </p:sp>
      <p:sp>
        <p:nvSpPr>
          <p:cNvPr id="163" name="Shape 161"/>
          <p:cNvSpPr/>
          <p:nvPr/>
        </p:nvSpPr>
        <p:spPr>
          <a:xfrm>
            <a:off x="7689675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64" name="Shape 162"/>
          <p:cNvSpPr/>
          <p:nvPr/>
        </p:nvSpPr>
        <p:spPr>
          <a:xfrm>
            <a:off x="7689675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5" name="Text 163"/>
          <p:cNvSpPr/>
          <p:nvPr/>
        </p:nvSpPr>
        <p:spPr>
          <a:xfrm>
            <a:off x="7703963" y="3341846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31" dirty="0"/>
          </a:p>
        </p:txBody>
      </p:sp>
      <p:sp>
        <p:nvSpPr>
          <p:cNvPr id="166" name="Shape 164"/>
          <p:cNvSpPr/>
          <p:nvPr/>
        </p:nvSpPr>
        <p:spPr>
          <a:xfrm>
            <a:off x="207169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67" name="Shape 165"/>
          <p:cNvSpPr/>
          <p:nvPr/>
        </p:nvSpPr>
        <p:spPr>
          <a:xfrm>
            <a:off x="1447038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8" name="Text 166"/>
          <p:cNvSpPr/>
          <p:nvPr/>
        </p:nvSpPr>
        <p:spPr>
          <a:xfrm>
            <a:off x="178594" y="4189024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731" dirty="0"/>
          </a:p>
        </p:txBody>
      </p:sp>
      <p:sp>
        <p:nvSpPr>
          <p:cNvPr id="169" name="Shape 167"/>
          <p:cNvSpPr/>
          <p:nvPr/>
        </p:nvSpPr>
        <p:spPr>
          <a:xfrm>
            <a:off x="1454182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0" name="Shape 168"/>
          <p:cNvSpPr/>
          <p:nvPr/>
        </p:nvSpPr>
        <p:spPr>
          <a:xfrm>
            <a:off x="2694194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1" name="Text 169"/>
          <p:cNvSpPr/>
          <p:nvPr/>
        </p:nvSpPr>
        <p:spPr>
          <a:xfrm>
            <a:off x="1468469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31" dirty="0"/>
          </a:p>
        </p:txBody>
      </p:sp>
      <p:sp>
        <p:nvSpPr>
          <p:cNvPr id="172" name="Shape 170"/>
          <p:cNvSpPr/>
          <p:nvPr/>
        </p:nvSpPr>
        <p:spPr>
          <a:xfrm>
            <a:off x="1511332" y="4331899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73" name="Text 171"/>
          <p:cNvSpPr/>
          <p:nvPr/>
        </p:nvSpPr>
        <p:spPr>
          <a:xfrm>
            <a:off x="1554194" y="4331899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Retro</a:t>
            </a:r>
            <a:endParaRPr lang="en-US" sz="506" dirty="0"/>
          </a:p>
        </p:txBody>
      </p:sp>
      <p:sp>
        <p:nvSpPr>
          <p:cNvPr id="174" name="Shape 172"/>
          <p:cNvSpPr/>
          <p:nvPr/>
        </p:nvSpPr>
        <p:spPr>
          <a:xfrm>
            <a:off x="2701338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5" name="Shape 173"/>
          <p:cNvSpPr/>
          <p:nvPr/>
        </p:nvSpPr>
        <p:spPr>
          <a:xfrm>
            <a:off x="3941207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6" name="Text 174"/>
          <p:cNvSpPr/>
          <p:nvPr/>
        </p:nvSpPr>
        <p:spPr>
          <a:xfrm>
            <a:off x="2715625" y="4189024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31" dirty="0"/>
          </a:p>
        </p:txBody>
      </p:sp>
      <p:sp>
        <p:nvSpPr>
          <p:cNvPr id="177" name="Shape 175"/>
          <p:cNvSpPr/>
          <p:nvPr/>
        </p:nvSpPr>
        <p:spPr>
          <a:xfrm>
            <a:off x="3948351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8" name="Shape 176"/>
          <p:cNvSpPr/>
          <p:nvPr/>
        </p:nvSpPr>
        <p:spPr>
          <a:xfrm>
            <a:off x="5188363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9" name="Text 177"/>
          <p:cNvSpPr/>
          <p:nvPr/>
        </p:nvSpPr>
        <p:spPr>
          <a:xfrm>
            <a:off x="3962638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31" dirty="0"/>
          </a:p>
        </p:txBody>
      </p:sp>
      <p:sp>
        <p:nvSpPr>
          <p:cNvPr id="180" name="Shape 178"/>
          <p:cNvSpPr/>
          <p:nvPr/>
        </p:nvSpPr>
        <p:spPr>
          <a:xfrm>
            <a:off x="4005501" y="4331899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81" name="Text 179"/>
          <p:cNvSpPr/>
          <p:nvPr/>
        </p:nvSpPr>
        <p:spPr>
          <a:xfrm>
            <a:off x="4048363" y="4331899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Plan</a:t>
            </a:r>
            <a:endParaRPr lang="en-US" sz="506" dirty="0"/>
          </a:p>
        </p:txBody>
      </p:sp>
      <p:sp>
        <p:nvSpPr>
          <p:cNvPr id="182" name="Shape 180"/>
          <p:cNvSpPr/>
          <p:nvPr/>
        </p:nvSpPr>
        <p:spPr>
          <a:xfrm>
            <a:off x="5195507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3" name="Shape 181"/>
          <p:cNvSpPr/>
          <p:nvPr/>
        </p:nvSpPr>
        <p:spPr>
          <a:xfrm>
            <a:off x="6435376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4" name="Text 182"/>
          <p:cNvSpPr/>
          <p:nvPr/>
        </p:nvSpPr>
        <p:spPr>
          <a:xfrm>
            <a:off x="5209794" y="4189024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31" dirty="0"/>
          </a:p>
        </p:txBody>
      </p:sp>
      <p:sp>
        <p:nvSpPr>
          <p:cNvPr id="185" name="Shape 183"/>
          <p:cNvSpPr/>
          <p:nvPr/>
        </p:nvSpPr>
        <p:spPr>
          <a:xfrm>
            <a:off x="5252657" y="4331899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6" name="Text 184"/>
          <p:cNvSpPr/>
          <p:nvPr/>
        </p:nvSpPr>
        <p:spPr>
          <a:xfrm>
            <a:off x="5295519" y="4331899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Close</a:t>
            </a:r>
            <a:endParaRPr lang="en-US" sz="506" dirty="0"/>
          </a:p>
        </p:txBody>
      </p:sp>
      <p:sp>
        <p:nvSpPr>
          <p:cNvPr id="187" name="Shape 185"/>
          <p:cNvSpPr/>
          <p:nvPr/>
        </p:nvSpPr>
        <p:spPr>
          <a:xfrm>
            <a:off x="6442520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8" name="Shape 186"/>
          <p:cNvSpPr/>
          <p:nvPr/>
        </p:nvSpPr>
        <p:spPr>
          <a:xfrm>
            <a:off x="7682532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9" name="Text 187"/>
          <p:cNvSpPr/>
          <p:nvPr/>
        </p:nvSpPr>
        <p:spPr>
          <a:xfrm>
            <a:off x="6456807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31" dirty="0"/>
          </a:p>
        </p:txBody>
      </p:sp>
      <p:sp>
        <p:nvSpPr>
          <p:cNvPr id="190" name="Text 188"/>
          <p:cNvSpPr/>
          <p:nvPr/>
        </p:nvSpPr>
        <p:spPr>
          <a:xfrm>
            <a:off x="7703963" y="4189024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record-slide_18-1781898605066</dc:title>
  <dc:subject>PptxGenJS Presentation</dc:subject>
  <dc:creator>PptxGenJS</dc:creator>
  <cp:lastModifiedBy>PptxGenJS</cp:lastModifiedBy>
  <cp:revision>1</cp:revision>
  <dcterms:created xsi:type="dcterms:W3CDTF">2026-06-19T19:50:07Z</dcterms:created>
  <dcterms:modified xsi:type="dcterms:W3CDTF">2026-06-19T19:50:07Z</dcterms:modified>
</cp:coreProperties>
</file>