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_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50000">
                <a:srgbClr val="EDE9FE"/>
              </a:gs>
              <a:gs pos="100000">
                <a:srgbClr val="E0F2FE"/>
              </a:gs>
            </a:gsLst>
            <a:lin ang="2700000" scaled="0"/>
          </a:gradFill>
          <a:ln>
            <a:noFill/>
          </a:ln>
        </p:spPr>
      </p:sp>
      <p:sp>
        <p:nvSpPr>
          <p:cNvPr id="3" name="GRAD_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50000">
                <a:srgbClr val="EDE9FE"/>
              </a:gs>
              <a:gs pos="100000">
                <a:srgbClr val="E0F2FE"/>
              </a:gs>
            </a:gsLst>
            <a:lin ang="2700000" scaled="0"/>
          </a:gradFill>
          <a:ln>
            <a:noFill/>
          </a:ln>
        </p:spPr>
      </p:sp>
      <p:sp>
        <p:nvSpPr>
          <p:cNvPr id="4" name="GRAD_2"/>
          <p:cNvSpPr/>
          <p:nvPr/>
        </p:nvSpPr>
        <p:spPr>
          <a:xfrm>
            <a:off x="514350" y="457200"/>
            <a:ext cx="328613" cy="328613"/>
          </a:xfrm>
          <a:prstGeom prst="ellipse">
            <a:avLst/>
          </a:prstGeom>
          <a:gradFill rotWithShape="1">
            <a:gsLst>
              <a:gs pos="0">
                <a:srgbClr val="A78BFA"/>
              </a:gs>
              <a:gs pos="100000">
                <a:srgbClr val="F472B6"/>
              </a:gs>
            </a:gsLst>
            <a:lin ang="2700000" scaled="0"/>
          </a:gradFill>
          <a:ln>
            <a:noFill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41" y="501491"/>
            <a:ext cx="240030" cy="2400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2975" y="496491"/>
            <a:ext cx="1101138" cy="2500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D2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MindBridge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14350" y="971550"/>
            <a:ext cx="6286500" cy="722876"/>
          </a:xfrm>
          <a:prstGeom prst="rect">
            <a:avLst/>
          </a:prstGeom>
          <a:ln>
            <a:noFill/>
          </a:ln>
        </p:spPr>
        <p:txBody>
          <a:bodyPr wrap="square" lIns="0" tIns="7387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2475" b="1" dirty="0">
                <a:solidFill>
                  <a:srgbClr val="3B07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kinder path to mental health support.</a:t>
            </a:r>
            <a:endParaRPr lang="en-US" sz="2475" dirty="0"/>
          </a:p>
        </p:txBody>
      </p:sp>
      <p:sp>
        <p:nvSpPr>
          <p:cNvPr id="8" name="Text 5"/>
          <p:cNvSpPr/>
          <p:nvPr/>
        </p:nvSpPr>
        <p:spPr>
          <a:xfrm>
            <a:off x="514350" y="1794439"/>
            <a:ext cx="5143500" cy="3857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3" dirty="0">
                <a:solidFill>
                  <a:srgbClr val="7F40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LLM-guided psychological help for people who can't afford a psychiatrist — gentle, immediate, and always within reach.</a:t>
            </a:r>
            <a:endParaRPr lang="en-US" sz="1013" dirty="0"/>
          </a:p>
        </p:txBody>
      </p:sp>
      <p:sp>
        <p:nvSpPr>
          <p:cNvPr id="9" name="Shape 6"/>
          <p:cNvSpPr/>
          <p:nvPr/>
        </p:nvSpPr>
        <p:spPr>
          <a:xfrm>
            <a:off x="514350" y="2508814"/>
            <a:ext cx="2495526" cy="1285875"/>
          </a:xfrm>
          <a:prstGeom prst="roundRect">
            <a:avLst>
              <a:gd name="adj" fmla="val 12222"/>
            </a:avLst>
          </a:prstGeom>
          <a:solidFill>
            <a:srgbClr val="FFFFFF">
              <a:alpha val="70000"/>
            </a:srgbClr>
          </a:solidFill>
          <a:ln w="7144" algn="in">
            <a:solidFill>
              <a:srgbClr val="DDD3F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7231" y="2715982"/>
            <a:ext cx="757666" cy="200025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</p:sp>
      <p:sp>
        <p:nvSpPr>
          <p:cNvPr id="11" name="Text 8"/>
          <p:cNvSpPr/>
          <p:nvPr/>
        </p:nvSpPr>
        <p:spPr>
          <a:xfrm>
            <a:off x="557213" y="2715982"/>
            <a:ext cx="1057704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7C3A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ACCESSIBLE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707231" y="3016020"/>
            <a:ext cx="2195489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3B07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to all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707231" y="3287482"/>
            <a:ext cx="2109764" cy="3000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Free and available 24/7 — no waitlists, no insurance.</a:t>
            </a:r>
            <a:endParaRPr lang="en-US" sz="788" dirty="0"/>
          </a:p>
        </p:txBody>
      </p:sp>
      <p:sp>
        <p:nvSpPr>
          <p:cNvPr id="14" name="Text 11"/>
          <p:cNvSpPr/>
          <p:nvPr/>
        </p:nvSpPr>
        <p:spPr>
          <a:xfrm>
            <a:off x="3009876" y="2508814"/>
            <a:ext cx="314325" cy="1285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63" b="1" dirty="0">
                <a:solidFill>
                  <a:srgbClr val="A78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63" dirty="0"/>
          </a:p>
        </p:txBody>
      </p:sp>
      <p:sp>
        <p:nvSpPr>
          <p:cNvPr id="15" name="Shape 12"/>
          <p:cNvSpPr/>
          <p:nvPr/>
        </p:nvSpPr>
        <p:spPr>
          <a:xfrm>
            <a:off x="3324201" y="2508814"/>
            <a:ext cx="2495598" cy="1285875"/>
          </a:xfrm>
          <a:prstGeom prst="roundRect">
            <a:avLst>
              <a:gd name="adj" fmla="val 12222"/>
            </a:avLst>
          </a:prstGeom>
          <a:solidFill>
            <a:srgbClr val="FFFFFF">
              <a:alpha val="70000"/>
            </a:srgbClr>
          </a:solidFill>
          <a:ln w="7144" algn="in">
            <a:solidFill>
              <a:srgbClr val="DDD3F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17082" y="2715982"/>
            <a:ext cx="785670" cy="200025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</p:sp>
      <p:sp>
        <p:nvSpPr>
          <p:cNvPr id="17" name="Text 14"/>
          <p:cNvSpPr/>
          <p:nvPr/>
        </p:nvSpPr>
        <p:spPr>
          <a:xfrm>
            <a:off x="3359920" y="2715982"/>
            <a:ext cx="1099995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7C3A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EMPATHETIC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3517082" y="3016020"/>
            <a:ext cx="2195560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3B07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Truly listens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3517082" y="3287482"/>
            <a:ext cx="2109835" cy="3000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Evidence-based, judgment-free conversations rooted in therapy.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5819799" y="2508814"/>
            <a:ext cx="314325" cy="1285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63" b="1" dirty="0">
                <a:solidFill>
                  <a:srgbClr val="A78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63" dirty="0"/>
          </a:p>
        </p:txBody>
      </p:sp>
      <p:sp>
        <p:nvSpPr>
          <p:cNvPr id="21" name="Shape 18"/>
          <p:cNvSpPr/>
          <p:nvPr/>
        </p:nvSpPr>
        <p:spPr>
          <a:xfrm>
            <a:off x="6134124" y="2508814"/>
            <a:ext cx="2495526" cy="1285875"/>
          </a:xfrm>
          <a:prstGeom prst="roundRect">
            <a:avLst>
              <a:gd name="adj" fmla="val 12222"/>
            </a:avLst>
          </a:prstGeom>
          <a:solidFill>
            <a:srgbClr val="FFFFFF">
              <a:alpha val="70000"/>
            </a:srgbClr>
          </a:solidFill>
          <a:ln w="7144" algn="in">
            <a:solidFill>
              <a:srgbClr val="DDD3F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27005" y="2715982"/>
            <a:ext cx="579001" cy="200025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</p:sp>
      <p:sp>
        <p:nvSpPr>
          <p:cNvPr id="23" name="Text 20"/>
          <p:cNvSpPr/>
          <p:nvPr/>
        </p:nvSpPr>
        <p:spPr>
          <a:xfrm>
            <a:off x="6212705" y="2715982"/>
            <a:ext cx="807601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7C3A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6327005" y="3016020"/>
            <a:ext cx="2195489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3B07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Always safe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6327005" y="3287482"/>
            <a:ext cx="2109764" cy="3000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Confidential and secure — your story stays yours.</a:t>
            </a:r>
            <a:endParaRPr lang="en-US" sz="7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record-slide_31-1781898613580</dc:title>
  <dc:subject>PptxGenJS Presentation</dc:subject>
  <dc:creator>PptxGenJS</dc:creator>
  <cp:lastModifiedBy>PptxGenJS</cp:lastModifiedBy>
  <cp:revision>1</cp:revision>
  <dcterms:created xsi:type="dcterms:W3CDTF">2026-06-19T19:50:16Z</dcterms:created>
  <dcterms:modified xsi:type="dcterms:W3CDTF">2026-06-19T19:50:16Z</dcterms:modified>
</cp:coreProperties>
</file>