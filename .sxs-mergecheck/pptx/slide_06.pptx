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36642"/>
            <a:ext cx="6858000" cy="2870216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85750" dist="57150" dir="5400000">
              <a:srgbClr val="000000">
                <a:alpha val="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43000" y="1136642"/>
            <a:ext cx="6858000" cy="2870216"/>
          </a:xfrm>
          <a:prstGeom prst="roundRect">
            <a:avLst>
              <a:gd name="adj" fmla="val 3982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1185863" y="1136642"/>
            <a:ext cx="6815138" cy="2870216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1643063" y="2628114"/>
            <a:ext cx="5900738" cy="2071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350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350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350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350" u="none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☆</a:t>
            </a:r>
            <a:endParaRPr lang="en-US" sz="1350" dirty="0"/>
          </a:p>
        </p:txBody>
      </p:sp>
      <p:sp>
        <p:nvSpPr>
          <p:cNvPr id="6" name="GRAD_0"/>
          <p:cNvSpPr/>
          <p:nvPr/>
        </p:nvSpPr>
        <p:spPr>
          <a:xfrm>
            <a:off x="1643063" y="3006733"/>
            <a:ext cx="428625" cy="21431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A78BFA"/>
              </a:gs>
            </a:gsLst>
            <a:lin ang="0" scaled="0"/>
          </a:gradFill>
          <a:ln>
            <a:noFill/>
          </a:ln>
        </p:spPr>
      </p:sp>
      <p:sp>
        <p:nvSpPr>
          <p:cNvPr id="7" name="GRAD_1"/>
          <p:cNvSpPr/>
          <p:nvPr/>
        </p:nvSpPr>
        <p:spPr>
          <a:xfrm>
            <a:off x="1643063" y="3203186"/>
            <a:ext cx="400050" cy="400050"/>
          </a:xfrm>
          <a:prstGeom prst="ellipse">
            <a:avLst/>
          </a:prstGeom>
          <a:gradFill rotWithShape="1">
            <a:gsLst>
              <a:gs pos="0">
                <a:srgbClr val="E0E7FF"/>
              </a:gs>
              <a:gs pos="100000">
                <a:srgbClr val="C7D2FE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4288" dir="5400000">
              <a:srgbClr val="6366F1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3063" y="3203186"/>
            <a:ext cx="400050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EW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2157413" y="3199614"/>
            <a:ext cx="1299591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Elena Whitfield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2157413" y="3363920"/>
            <a:ext cx="1299591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Data Engineering</a:t>
            </a:r>
            <a:endParaRPr lang="en-US" sz="788" dirty="0"/>
          </a:p>
        </p:txBody>
      </p:sp>
      <p:sp>
        <p:nvSpPr>
          <p:cNvPr id="11" name="Text 9"/>
          <p:cNvSpPr/>
          <p:nvPr/>
        </p:nvSpPr>
        <p:spPr>
          <a:xfrm>
            <a:off x="2157413" y="3492508"/>
            <a:ext cx="129959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Analytics Inc.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1528763" y="1308092"/>
            <a:ext cx="616148" cy="1143000"/>
          </a:xfrm>
          <a:prstGeom prst="rect">
            <a:avLst/>
          </a:prstGeom>
          <a:ln>
            <a:noFill/>
          </a:ln>
        </p:spPr>
        <p:txBody>
          <a:bodyPr wrap="square" lIns="0" tIns="112586" rIns="0" bIns="0" rtlCol="0" anchor="t"/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9000" dirty="0">
                <a:solidFill>
                  <a:srgbClr val="F3F3F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9000" dirty="0"/>
          </a:p>
        </p:txBody>
      </p:sp>
      <p:sp>
        <p:nvSpPr>
          <p:cNvPr id="13" name="Shape 11"/>
          <p:cNvSpPr/>
          <p:nvPr/>
        </p:nvSpPr>
        <p:spPr>
          <a:xfrm>
            <a:off x="6585180" y="1479542"/>
            <a:ext cx="1015770" cy="207169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5155" y="1479542"/>
            <a:ext cx="1415820" cy="2071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FEATURED REVIEW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7143750" y="34353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7258050" y="34353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7372350" y="3435358"/>
            <a:ext cx="57150" cy="5715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7486650" y="34353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7600950" y="34353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7143750" y="3549658"/>
            <a:ext cx="57150" cy="5715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7258050" y="35496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7372350" y="35496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7486650" y="3549658"/>
            <a:ext cx="57150" cy="5715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7600950" y="35496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7143750" y="36639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7258050" y="3663958"/>
            <a:ext cx="57150" cy="5715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7372350" y="36639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7486650" y="36639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7600950" y="3663958"/>
            <a:ext cx="57150" cy="5715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1643063" y="1536692"/>
            <a:ext cx="5900738" cy="89139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463" i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This platform completely transformed how our team collaborates on data projects. The real-time sync and AI-powered insights saved us over 200 hours in Q1 alone. I cannot imagine going back to our old workflow.</a:t>
            </a:r>
            <a:endParaRPr lang="en-US" sz="14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record-slide_06-1781898596971</dc:title>
  <dc:subject>PptxGenJS Presentation</dc:subject>
  <dc:creator>PptxGenJS</dc:creator>
  <cp:lastModifiedBy>PptxGenJS</cp:lastModifiedBy>
  <cp:revision>1</cp:revision>
  <dcterms:created xsi:type="dcterms:W3CDTF">2026-06-19T19:49:59Z</dcterms:created>
  <dcterms:modified xsi:type="dcterms:W3CDTF">2026-06-19T19:49:59Z</dcterms:modified>
</cp:coreProperties>
</file>