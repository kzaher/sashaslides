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15325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Borders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457200" y="642938"/>
            <a:ext cx="8315325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border variations testing converter edge cases</a:t>
            </a:r>
            <a:endParaRPr lang="en-US" sz="788" dirty="0"/>
          </a:p>
        </p:txBody>
      </p:sp>
      <p:sp>
        <p:nvSpPr>
          <p:cNvPr id="4" name="Shape 2"/>
          <p:cNvSpPr/>
          <p:nvPr/>
        </p:nvSpPr>
        <p:spPr>
          <a:xfrm>
            <a:off x="457200" y="992981"/>
            <a:ext cx="2628900" cy="1285875"/>
          </a:xfrm>
          <a:prstGeom prst="rect">
            <a:avLst/>
          </a:prstGeom>
          <a:solidFill>
            <a:srgbClr val="FFFFFF"/>
          </a:solidFill>
          <a:ln w="28575" algn="in">
            <a:solidFill>
              <a:srgbClr val="4A6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8650" y="1164431"/>
            <a:ext cx="2371725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Thick All Sides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628650" y="1850231"/>
            <a:ext cx="2286000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4px solid blue border on all four sides. Uniform width and color — the simplest multi-side case.</a:t>
            </a:r>
            <a:endParaRPr lang="en-US" sz="675" dirty="0"/>
          </a:p>
        </p:txBody>
      </p:sp>
      <p:sp>
        <p:nvSpPr>
          <p:cNvPr id="7" name="Shape 5"/>
          <p:cNvSpPr/>
          <p:nvPr/>
        </p:nvSpPr>
        <p:spPr>
          <a:xfrm>
            <a:off x="3257550" y="992981"/>
            <a:ext cx="2628900" cy="12858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3257550" y="992981"/>
            <a:ext cx="42863" cy="1285875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3443288" y="1135856"/>
            <a:ext cx="2386013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Left Accent Only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3443288" y="1878806"/>
            <a:ext cx="2300288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6px solid red on left only. Common "accent border" pattern. No border on other three sides.</a:t>
            </a:r>
            <a:endParaRPr lang="en-US" sz="675" dirty="0"/>
          </a:p>
        </p:txBody>
      </p:sp>
      <p:sp>
        <p:nvSpPr>
          <p:cNvPr id="11" name="Shape 9"/>
          <p:cNvSpPr/>
          <p:nvPr/>
        </p:nvSpPr>
        <p:spPr>
          <a:xfrm>
            <a:off x="6057900" y="992981"/>
            <a:ext cx="2628900" cy="1285875"/>
          </a:xfrm>
          <a:prstGeom prst="rect">
            <a:avLst/>
          </a:prstGeom>
          <a:solidFill>
            <a:srgbClr val="FFFFFF"/>
          </a:solidFill>
          <a:ln w="21431" algn="in">
            <a:solidFill>
              <a:srgbClr val="38B2A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22206" y="1157288"/>
            <a:ext cx="2386013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Dashed Border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6222206" y="1857375"/>
            <a:ext cx="2300288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3px dashed teal border. Tests non-solid border-style rendering. Many converters drop dash patterns.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457200" y="2450306"/>
            <a:ext cx="2628900" cy="1285875"/>
          </a:xfrm>
          <a:prstGeom prst="rect">
            <a:avLst/>
          </a:prstGeom>
          <a:solidFill>
            <a:srgbClr val="FFFFFF"/>
          </a:solidFill>
          <a:ln w="42863" algn="in">
            <a:solidFill>
              <a:srgbClr val="D69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938" y="2636044"/>
            <a:ext cx="234315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Double Border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642938" y="3293269"/>
            <a:ext cx="225742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6px double gold border. The "double" style draws two parallel lines. Rarely supported in slide formats.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3257550" y="2450306"/>
            <a:ext cx="2628900" cy="12858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3257550" y="2450306"/>
            <a:ext cx="2628900" cy="28575"/>
          </a:xfrm>
          <a:prstGeom prst="rect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3257550" y="3707606"/>
            <a:ext cx="2628900" cy="28575"/>
          </a:xfrm>
          <a:prstGeom prst="rect">
            <a:avLst/>
          </a:prstGeom>
          <a:solidFill>
            <a:srgbClr val="3182CE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3257550" y="2450306"/>
            <a:ext cx="28575" cy="1285875"/>
          </a:xfrm>
          <a:prstGeom prst="rect">
            <a:avLst/>
          </a:prstGeom>
          <a:solidFill>
            <a:srgbClr val="D69E2E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5857875" y="2450306"/>
            <a:ext cx="28575" cy="1285875"/>
          </a:xfrm>
          <a:prstGeom prst="rect">
            <a:avLst/>
          </a:prstGeom>
          <a:solidFill>
            <a:srgbClr val="38A169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3429000" y="2621756"/>
            <a:ext cx="2371725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Different Colors Per Side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3429000" y="3307556"/>
            <a:ext cx="2286000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side is a different color: red top, green right, blue bottom, gold left. Tests per-side color extraction.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6057900" y="2450306"/>
            <a:ext cx="262890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1431" algn="in">
            <a:solidFill>
              <a:srgbClr val="805AD5"/>
            </a:solidFill>
            <a:prstDash val="solid"/>
          </a:ln>
          <a:effectLst>
            <a:outerShdw sx="100000" sy="100000" kx="0" ky="0" algn="bl" rotWithShape="0" blurRad="171450" dist="57150" dir="5400000">
              <a:srgbClr val="805AD5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22206" y="2614613"/>
            <a:ext cx="2386013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Border + Radius + Shadow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6222206" y="3314700"/>
            <a:ext cx="2300288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Purple border combined with border-radius: 16px and a box-shadow. Tests all three properties together.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record-slide_23-1781898608429</dc:title>
  <dc:subject>PptxGenJS Presentation</dc:subject>
  <dc:creator>PptxGenJS</dc:creator>
  <cp:lastModifiedBy>PptxGenJS</cp:lastModifiedBy>
  <cp:revision>1</cp:revision>
  <dcterms:created xsi:type="dcterms:W3CDTF">2026-06-19T19:50:10Z</dcterms:created>
  <dcterms:modified xsi:type="dcterms:W3CDTF">2026-06-19T19:50:10Z</dcterms:modified>
</cp:coreProperties>
</file>