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563" y="532209"/>
            <a:ext cx="3560802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Pricing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3123819" y="903684"/>
            <a:ext cx="289636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plan that fits your team. No hidden fees.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4001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59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5859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5430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5430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9" name="Shape 7"/>
          <p:cNvSpPr/>
          <p:nvPr/>
        </p:nvSpPr>
        <p:spPr>
          <a:xfrm>
            <a:off x="15859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15859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team members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5859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59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5859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GB storage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15859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59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15859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analytics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5859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59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5859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5859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59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5859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5859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59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5859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59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3531870" y="1208437"/>
            <a:ext cx="2080260" cy="3469577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228600" dist="57150" dir="5400000">
              <a:srgbClr val="6366F1">
                <a:alpha val="18000"/>
              </a:srgbClr>
            </a:outerShdw>
          </a:effectLst>
        </p:spPr>
      </p:sp>
      <p:sp>
        <p:nvSpPr>
          <p:cNvPr id="28" name="GRAD_0"/>
          <p:cNvSpPr/>
          <p:nvPr/>
        </p:nvSpPr>
        <p:spPr>
          <a:xfrm>
            <a:off x="3725037" y="1223296"/>
            <a:ext cx="1693926" cy="898970"/>
          </a:xfrm>
          <a:prstGeom prst="round2SameRect">
            <a:avLst>
              <a:gd name="adj" fmla="val 7947"/>
            </a:avLst>
          </a:prstGeom>
          <a:gradFill rotWithShape="1">
            <a:gsLst>
              <a:gs pos="0">
                <a:srgbClr val="EEF2FF"/>
              </a:gs>
              <a:gs pos="100000">
                <a:srgbClr val="E0E7FF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725037" y="2115122"/>
            <a:ext cx="1693926" cy="7144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3860483" y="1431322"/>
            <a:ext cx="1423035" cy="15602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860483" y="1617059"/>
            <a:ext cx="1423035" cy="3789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32" name="Shape 30"/>
          <p:cNvSpPr/>
          <p:nvPr/>
        </p:nvSpPr>
        <p:spPr>
          <a:xfrm>
            <a:off x="3725037" y="2598039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3725037" y="2330291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team members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3725037" y="2605183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5037" y="2872931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3725037" y="2605183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GB storage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3725037" y="2880074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5037" y="3147822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3725037" y="2880074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Advanced analytics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3725037" y="3154966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5037" y="3422714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3725037" y="3154966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3725037" y="3429857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5037" y="3697605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3725037" y="3429857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3725037" y="3704749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25037" y="3704749"/>
            <a:ext cx="1693926" cy="26746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48" name="GRAD_1"/>
          <p:cNvSpPr/>
          <p:nvPr/>
        </p:nvSpPr>
        <p:spPr>
          <a:xfrm>
            <a:off x="3725037" y="4150519"/>
            <a:ext cx="1693926" cy="304610"/>
          </a:xfrm>
          <a:prstGeom prst="roundRect">
            <a:avLst>
              <a:gd name="adj" fmla="val 18762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3725037" y="4150519"/>
            <a:ext cx="1693926" cy="30461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50" name="GRAD_2"/>
          <p:cNvSpPr/>
          <p:nvPr/>
        </p:nvSpPr>
        <p:spPr>
          <a:xfrm>
            <a:off x="4074795" y="1119283"/>
            <a:ext cx="994410" cy="17087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3874770" y="1119283"/>
            <a:ext cx="1394460" cy="17087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57435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293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9293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8864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58864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57" name="Shape 55"/>
          <p:cNvSpPr/>
          <p:nvPr/>
        </p:nvSpPr>
        <p:spPr>
          <a:xfrm>
            <a:off x="59293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59293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Unlimited members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59293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293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59293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TB storage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59293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93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59293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analytics</a:t>
            </a:r>
            <a:endParaRPr lang="en-US" sz="788" dirty="0"/>
          </a:p>
        </p:txBody>
      </p:sp>
      <p:sp>
        <p:nvSpPr>
          <p:cNvPr id="65" name="Shape 63"/>
          <p:cNvSpPr/>
          <p:nvPr/>
        </p:nvSpPr>
        <p:spPr>
          <a:xfrm>
            <a:off x="59293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293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59293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59293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93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293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support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59293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293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API access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59293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293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record-slide_01-1781898593903</dc:title>
  <dc:subject>PptxGenJS Presentation</dc:subject>
  <dc:creator>PptxGenJS</dc:creator>
  <cp:lastModifiedBy>PptxGenJS</cp:lastModifiedBy>
  <cp:revision>1</cp:revision>
  <dcterms:created xsi:type="dcterms:W3CDTF">2026-06-19T19:49:56Z</dcterms:created>
  <dcterms:modified xsi:type="dcterms:W3CDTF">2026-06-19T19:49:56Z</dcterms:modified>
</cp:coreProperties>
</file>