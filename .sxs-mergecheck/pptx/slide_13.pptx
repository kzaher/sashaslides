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8405" y="257175"/>
            <a:ext cx="3807047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Funnel Performance</a:t>
            </a:r>
            <a:endParaRPr lang="en-US" sz="1913" dirty="0"/>
          </a:p>
        </p:txBody>
      </p:sp>
      <p:sp>
        <p:nvSpPr>
          <p:cNvPr id="3" name="Text 1"/>
          <p:cNvSpPr/>
          <p:nvPr/>
        </p:nvSpPr>
        <p:spPr>
          <a:xfrm>
            <a:off x="3085529" y="592931"/>
            <a:ext cx="297294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Full-funnel conversion analysis for Q1 2026 campaign cohort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2312789" y="4529138"/>
            <a:ext cx="1124498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2312789" y="4786313"/>
            <a:ext cx="112449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CONVERSION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637312" y="4529138"/>
            <a:ext cx="1158716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$842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3637312" y="4786313"/>
            <a:ext cx="115871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ACQUISITION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996053" y="4529138"/>
            <a:ext cx="91861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$12,400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4996053" y="4786313"/>
            <a:ext cx="91861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DEAL SIZE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6114693" y="4529138"/>
            <a:ext cx="71637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14.7x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114693" y="4786313"/>
            <a:ext cx="7163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 MULTIPLE</a:t>
            </a:r>
            <a:endParaRPr lang="en-US" sz="6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313" y="950119"/>
            <a:ext cx="6429375" cy="3143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350276" y="950119"/>
            <a:ext cx="1022771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60D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24,500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4401693" y="960834"/>
            <a:ext cx="1477613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4401693" y="1146572"/>
            <a:ext cx="14776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C1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Website visitors &amp; ad impressions</a:t>
            </a:r>
            <a:endParaRPr lang="en-US" sz="731" dirty="0"/>
          </a:p>
        </p:txBody>
      </p:sp>
      <p:sp>
        <p:nvSpPr>
          <p:cNvPr id="16" name="Shape 13"/>
          <p:cNvSpPr/>
          <p:nvPr/>
        </p:nvSpPr>
        <p:spPr>
          <a:xfrm>
            <a:off x="4564856" y="13215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17" name="Shape 14"/>
          <p:cNvSpPr/>
          <p:nvPr/>
        </p:nvSpPr>
        <p:spPr>
          <a:xfrm>
            <a:off x="2375726" y="1250156"/>
            <a:ext cx="774668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75726" y="1250156"/>
            <a:ext cx="774668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19" name="Text 16"/>
          <p:cNvSpPr/>
          <p:nvPr/>
        </p:nvSpPr>
        <p:spPr>
          <a:xfrm>
            <a:off x="2475738" y="1250156"/>
            <a:ext cx="574643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32% conversion</a:t>
            </a:r>
            <a:endParaRPr lang="en-US" sz="675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3" y="1521619"/>
            <a:ext cx="5286375" cy="3143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15070" y="1521619"/>
            <a:ext cx="81324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4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7,840</a:t>
            </a:r>
            <a:endParaRPr lang="en-US" sz="2025" dirty="0"/>
          </a:p>
        </p:txBody>
      </p:sp>
      <p:sp>
        <p:nvSpPr>
          <p:cNvPr id="22" name="Text 18"/>
          <p:cNvSpPr/>
          <p:nvPr/>
        </p:nvSpPr>
        <p:spPr>
          <a:xfrm>
            <a:off x="4256889" y="1532334"/>
            <a:ext cx="1557766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4256889" y="1718072"/>
            <a:ext cx="155776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7142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signups &amp; content downloads</a:t>
            </a:r>
            <a:endParaRPr lang="en-US" sz="731" dirty="0"/>
          </a:p>
        </p:txBody>
      </p:sp>
      <p:sp>
        <p:nvSpPr>
          <p:cNvPr id="24" name="Shape 20"/>
          <p:cNvSpPr/>
          <p:nvPr/>
        </p:nvSpPr>
        <p:spPr>
          <a:xfrm>
            <a:off x="4564856" y="18930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25" name="Shape 21"/>
          <p:cNvSpPr/>
          <p:nvPr/>
        </p:nvSpPr>
        <p:spPr>
          <a:xfrm>
            <a:off x="2375726" y="1821656"/>
            <a:ext cx="774668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75726" y="1821656"/>
            <a:ext cx="774668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27" name="Text 23"/>
          <p:cNvSpPr/>
          <p:nvPr/>
        </p:nvSpPr>
        <p:spPr>
          <a:xfrm>
            <a:off x="2475738" y="1821656"/>
            <a:ext cx="574643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28% conversion</a:t>
            </a:r>
            <a:endParaRPr lang="en-US" sz="675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2093119"/>
            <a:ext cx="4000500" cy="3143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494222" y="2093119"/>
            <a:ext cx="763524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308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2,195</a:t>
            </a:r>
            <a:endParaRPr lang="en-US" sz="2025" dirty="0"/>
          </a:p>
        </p:txBody>
      </p:sp>
      <p:sp>
        <p:nvSpPr>
          <p:cNvPr id="30" name="Text 25"/>
          <p:cNvSpPr/>
          <p:nvPr/>
        </p:nvSpPr>
        <p:spPr>
          <a:xfrm>
            <a:off x="4286250" y="2103834"/>
            <a:ext cx="1449181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125" dirty="0"/>
          </a:p>
        </p:txBody>
      </p:sp>
      <p:sp>
        <p:nvSpPr>
          <p:cNvPr id="31" name="Text 26"/>
          <p:cNvSpPr/>
          <p:nvPr/>
        </p:nvSpPr>
        <p:spPr>
          <a:xfrm>
            <a:off x="4286250" y="2289572"/>
            <a:ext cx="144918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610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requests &amp; trial activations</a:t>
            </a:r>
            <a:endParaRPr lang="en-US" sz="731" dirty="0"/>
          </a:p>
        </p:txBody>
      </p:sp>
      <p:sp>
        <p:nvSpPr>
          <p:cNvPr id="32" name="Shape 27"/>
          <p:cNvSpPr/>
          <p:nvPr/>
        </p:nvSpPr>
        <p:spPr>
          <a:xfrm>
            <a:off x="4564856" y="24645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33" name="Shape 28"/>
          <p:cNvSpPr/>
          <p:nvPr/>
        </p:nvSpPr>
        <p:spPr>
          <a:xfrm>
            <a:off x="2375868" y="2393156"/>
            <a:ext cx="77452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375868" y="2393156"/>
            <a:ext cx="774525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35" name="Text 30"/>
          <p:cNvSpPr/>
          <p:nvPr/>
        </p:nvSpPr>
        <p:spPr>
          <a:xfrm>
            <a:off x="2475881" y="2393156"/>
            <a:ext cx="57450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 conversion</a:t>
            </a:r>
            <a:endParaRPr lang="en-US" sz="675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688" y="2664619"/>
            <a:ext cx="2714625" cy="31432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598521" y="2664619"/>
            <a:ext cx="587788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306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395</a:t>
            </a:r>
            <a:endParaRPr lang="en-US" sz="2025" dirty="0"/>
          </a:p>
        </p:txBody>
      </p:sp>
      <p:sp>
        <p:nvSpPr>
          <p:cNvPr id="38" name="Text 32"/>
          <p:cNvSpPr/>
          <p:nvPr/>
        </p:nvSpPr>
        <p:spPr>
          <a:xfrm>
            <a:off x="4214955" y="2675334"/>
            <a:ext cx="1416248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125" dirty="0"/>
          </a:p>
        </p:txBody>
      </p:sp>
      <p:sp>
        <p:nvSpPr>
          <p:cNvPr id="39" name="Text 33"/>
          <p:cNvSpPr/>
          <p:nvPr/>
        </p:nvSpPr>
        <p:spPr>
          <a:xfrm>
            <a:off x="4214955" y="2861072"/>
            <a:ext cx="141624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60D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Paid conversions &amp; closed deals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record-slide_13-1781898602135</dc:title>
  <dc:subject>PptxGenJS Presentation</dc:subject>
  <dc:creator>PptxGenJS</dc:creator>
  <cp:lastModifiedBy>PptxGenJS</cp:lastModifiedBy>
  <cp:revision>1</cp:revision>
  <dcterms:created xsi:type="dcterms:W3CDTF">2026-06-19T19:50:05Z</dcterms:created>
  <dcterms:modified xsi:type="dcterms:W3CDTF">2026-06-19T19:50:05Z</dcterms:modified>
</cp:coreProperties>
</file>