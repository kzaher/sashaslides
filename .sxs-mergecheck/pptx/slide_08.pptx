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_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FF6FF"/>
              </a:gs>
              <a:gs pos="100000">
                <a:srgbClr val="F0F9FF"/>
              </a:gs>
            </a:gsLst>
            <a:lin ang="2700000" scaled="0"/>
          </a:gradFill>
          <a:ln>
            <a:noFill/>
          </a:ln>
        </p:spPr>
      </p:sp>
      <p:sp>
        <p:nvSpPr>
          <p:cNvPr id="3" name="GRAD_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FF6FF"/>
              </a:gs>
              <a:gs pos="100000">
                <a:srgbClr val="F0F9FF"/>
              </a:gs>
            </a:gsLst>
            <a:lin ang="2700000" scaled="0"/>
          </a:gradFill>
          <a:ln>
            <a:noFill/>
          </a:ln>
        </p:spPr>
      </p:sp>
      <p:sp>
        <p:nvSpPr>
          <p:cNvPr id="4" name="Text 2"/>
          <p:cNvSpPr/>
          <p:nvPr/>
        </p:nvSpPr>
        <p:spPr>
          <a:xfrm>
            <a:off x="3845123" y="342900"/>
            <a:ext cx="1539478" cy="2928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13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Process</a:t>
            </a:r>
            <a:endParaRPr lang="en-US" sz="1913" dirty="0"/>
          </a:p>
        </p:txBody>
      </p:sp>
      <p:sp>
        <p:nvSpPr>
          <p:cNvPr id="5" name="Text 3"/>
          <p:cNvSpPr/>
          <p:nvPr/>
        </p:nvSpPr>
        <p:spPr>
          <a:xfrm>
            <a:off x="3621667" y="678656"/>
            <a:ext cx="1986391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simple steps from idea to launch</a:t>
            </a:r>
            <a:endParaRPr lang="en-US" sz="844" dirty="0"/>
          </a:p>
        </p:txBody>
      </p:sp>
      <p:sp>
        <p:nvSpPr>
          <p:cNvPr id="6" name="Shape 4"/>
          <p:cNvSpPr/>
          <p:nvPr/>
        </p:nvSpPr>
        <p:spPr>
          <a:xfrm>
            <a:off x="400050" y="3143107"/>
            <a:ext cx="2085975" cy="42863"/>
          </a:xfrm>
          <a:prstGeom prst="roundRect">
            <a:avLst>
              <a:gd name="adj" fmla="val 49999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2486025" y="3143107"/>
            <a:ext cx="2085975" cy="42863"/>
          </a:xfrm>
          <a:prstGeom prst="roundRect">
            <a:avLst>
              <a:gd name="adj" fmla="val 49999"/>
            </a:avLst>
          </a:prstGeom>
          <a:solidFill>
            <a:srgbClr val="60A5FA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4572000" y="3143107"/>
            <a:ext cx="2085975" cy="42863"/>
          </a:xfrm>
          <a:prstGeom prst="roundRect">
            <a:avLst>
              <a:gd name="adj" fmla="val 49999"/>
            </a:avLst>
          </a:prstGeom>
          <a:solidFill>
            <a:srgbClr val="93C5FD"/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>
            <a:off x="6657975" y="3143107"/>
            <a:ext cx="2085975" cy="42863"/>
          </a:xfrm>
          <a:prstGeom prst="roundRect">
            <a:avLst>
              <a:gd name="adj" fmla="val 49999"/>
            </a:avLst>
          </a:prstGeom>
          <a:solidFill>
            <a:srgbClr val="BFDBFE"/>
          </a:solidFill>
          <a:ln>
            <a:noFill/>
          </a:ln>
        </p:spPr>
      </p:sp>
      <p:sp>
        <p:nvSpPr>
          <p:cNvPr id="10" name="Text 8"/>
          <p:cNvSpPr/>
          <p:nvPr/>
        </p:nvSpPr>
        <p:spPr>
          <a:xfrm>
            <a:off x="400050" y="3228832"/>
            <a:ext cx="2085975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1-2</a:t>
            </a:r>
            <a:endParaRPr lang="en-US" sz="619" dirty="0"/>
          </a:p>
        </p:txBody>
      </p:sp>
      <p:sp>
        <p:nvSpPr>
          <p:cNvPr id="11" name="Text 9"/>
          <p:cNvSpPr/>
          <p:nvPr/>
        </p:nvSpPr>
        <p:spPr>
          <a:xfrm>
            <a:off x="2486025" y="3228832"/>
            <a:ext cx="2085975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3-5</a:t>
            </a:r>
            <a:endParaRPr lang="en-US" sz="619" dirty="0"/>
          </a:p>
        </p:txBody>
      </p:sp>
      <p:sp>
        <p:nvSpPr>
          <p:cNvPr id="12" name="Text 10"/>
          <p:cNvSpPr/>
          <p:nvPr/>
        </p:nvSpPr>
        <p:spPr>
          <a:xfrm>
            <a:off x="4572000" y="3228832"/>
            <a:ext cx="2085975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6-10</a:t>
            </a:r>
            <a:endParaRPr lang="en-US" sz="619" dirty="0"/>
          </a:p>
        </p:txBody>
      </p:sp>
      <p:sp>
        <p:nvSpPr>
          <p:cNvPr id="13" name="Text 11"/>
          <p:cNvSpPr/>
          <p:nvPr/>
        </p:nvSpPr>
        <p:spPr>
          <a:xfrm>
            <a:off x="6657975" y="3228832"/>
            <a:ext cx="2085975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11-12</a:t>
            </a:r>
            <a:endParaRPr lang="en-US" sz="619" dirty="0"/>
          </a:p>
        </p:txBody>
      </p:sp>
      <p:sp>
        <p:nvSpPr>
          <p:cNvPr id="14" name="Shape 12"/>
          <p:cNvSpPr/>
          <p:nvPr/>
        </p:nvSpPr>
        <p:spPr>
          <a:xfrm>
            <a:off x="2528888" y="1746647"/>
            <a:ext cx="171450" cy="21431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5" name="Shape 13"/>
          <p:cNvSpPr/>
          <p:nvPr/>
        </p:nvSpPr>
        <p:spPr>
          <a:xfrm>
            <a:off x="2528888" y="1757363"/>
            <a:ext cx="171450" cy="0"/>
          </a:xfrm>
          <a:prstGeom prst="line">
            <a:avLst/>
          </a:prstGeom>
          <a:noFill/>
          <a:ln w="21431" algn="in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2686050" y="1714500"/>
            <a:ext cx="114300" cy="85725"/>
          </a:xfrm>
          <a:prstGeom prst="triangle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7" name="Shape 15"/>
          <p:cNvSpPr/>
          <p:nvPr/>
        </p:nvSpPr>
        <p:spPr>
          <a:xfrm>
            <a:off x="4443413" y="1746647"/>
            <a:ext cx="171450" cy="21431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8" name="Shape 16"/>
          <p:cNvSpPr/>
          <p:nvPr/>
        </p:nvSpPr>
        <p:spPr>
          <a:xfrm>
            <a:off x="4443413" y="1757363"/>
            <a:ext cx="171450" cy="0"/>
          </a:xfrm>
          <a:prstGeom prst="line">
            <a:avLst/>
          </a:prstGeom>
          <a:noFill/>
          <a:ln w="21431" algn="in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4600575" y="1714500"/>
            <a:ext cx="114300" cy="85725"/>
          </a:xfrm>
          <a:prstGeom prst="triangle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0" name="Shape 18"/>
          <p:cNvSpPr/>
          <p:nvPr/>
        </p:nvSpPr>
        <p:spPr>
          <a:xfrm>
            <a:off x="6357938" y="1746647"/>
            <a:ext cx="171450" cy="21431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6357938" y="1757363"/>
            <a:ext cx="171450" cy="0"/>
          </a:xfrm>
          <a:prstGeom prst="line">
            <a:avLst/>
          </a:prstGeom>
          <a:noFill/>
          <a:ln w="21431" algn="in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5400000">
            <a:off x="6515100" y="1714500"/>
            <a:ext cx="114300" cy="85725"/>
          </a:xfrm>
          <a:prstGeom prst="triangle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3" name="Shape 21"/>
          <p:cNvSpPr/>
          <p:nvPr/>
        </p:nvSpPr>
        <p:spPr>
          <a:xfrm>
            <a:off x="914400" y="1128713"/>
            <a:ext cx="1571625" cy="1608701"/>
          </a:xfrm>
          <a:prstGeom prst="roundRect">
            <a:avLst>
              <a:gd name="adj" fmla="val 5455"/>
            </a:avLst>
          </a:prstGeom>
          <a:solidFill>
            <a:srgbClr val="3B82F6"/>
          </a:solidFill>
          <a:ln w="7144" algn="in">
            <a:solidFill>
              <a:srgbClr val="3B82F6"/>
            </a:solidFill>
            <a:prstDash val="solid"/>
          </a:ln>
          <a:effectLst>
            <a:outerShdw sx="100000" sy="100000" kx="0" ky="0" algn="bl" rotWithShape="0" blurRad="114300" dist="28575" dir="54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64419" y="1393031"/>
            <a:ext cx="1357313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</a:t>
            </a:r>
            <a:endParaRPr lang="en-US" sz="956" dirty="0"/>
          </a:p>
        </p:txBody>
      </p:sp>
      <p:sp>
        <p:nvSpPr>
          <p:cNvPr id="25" name="Text 23"/>
          <p:cNvSpPr/>
          <p:nvPr/>
        </p:nvSpPr>
        <p:spPr>
          <a:xfrm>
            <a:off x="1064419" y="1593056"/>
            <a:ext cx="1271588" cy="59428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731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dive into requirements, stakeholder interviews, and competitive analysis to define the problem space.</a:t>
            </a:r>
            <a:endParaRPr lang="en-US" sz="731" dirty="0"/>
          </a:p>
        </p:txBody>
      </p:sp>
      <p:sp>
        <p:nvSpPr>
          <p:cNvPr id="26" name="Shape 24"/>
          <p:cNvSpPr/>
          <p:nvPr/>
        </p:nvSpPr>
        <p:spPr>
          <a:xfrm>
            <a:off x="1064419" y="2273070"/>
            <a:ext cx="433769" cy="128588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27" name="Text 25"/>
          <p:cNvSpPr/>
          <p:nvPr/>
        </p:nvSpPr>
        <p:spPr>
          <a:xfrm>
            <a:off x="1050131" y="2273070"/>
            <a:ext cx="462344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</a:t>
            </a:r>
            <a:endParaRPr lang="en-US" sz="563" dirty="0"/>
          </a:p>
        </p:txBody>
      </p:sp>
      <p:sp>
        <p:nvSpPr>
          <p:cNvPr id="28" name="Shape 26"/>
          <p:cNvSpPr/>
          <p:nvPr/>
        </p:nvSpPr>
        <p:spPr>
          <a:xfrm>
            <a:off x="1526762" y="2273070"/>
            <a:ext cx="468701" cy="128588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1512475" y="2273070"/>
            <a:ext cx="497276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Interviews</a:t>
            </a:r>
            <a:endParaRPr lang="en-US" sz="563" dirty="0"/>
          </a:p>
        </p:txBody>
      </p:sp>
      <p:sp>
        <p:nvSpPr>
          <p:cNvPr id="30" name="Shape 28"/>
          <p:cNvSpPr/>
          <p:nvPr/>
        </p:nvSpPr>
        <p:spPr>
          <a:xfrm>
            <a:off x="1064419" y="2430232"/>
            <a:ext cx="403050" cy="128588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31" name="Text 29"/>
          <p:cNvSpPr/>
          <p:nvPr/>
        </p:nvSpPr>
        <p:spPr>
          <a:xfrm>
            <a:off x="978694" y="2430232"/>
            <a:ext cx="574500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</a:t>
            </a:r>
            <a:endParaRPr lang="en-US" sz="563" dirty="0"/>
          </a:p>
        </p:txBody>
      </p:sp>
      <p:sp>
        <p:nvSpPr>
          <p:cNvPr id="32" name="Shape 30"/>
          <p:cNvSpPr/>
          <p:nvPr/>
        </p:nvSpPr>
        <p:spPr>
          <a:xfrm>
            <a:off x="1064419" y="1021556"/>
            <a:ext cx="257175" cy="257175"/>
          </a:xfrm>
          <a:prstGeom prst="ellipse">
            <a:avLst/>
          </a:prstGeom>
          <a:solidFill>
            <a:srgbClr val="1D4ED8"/>
          </a:solidFill>
          <a:ln>
            <a:noFill/>
          </a:ln>
          <a:effectLst>
            <a:outerShdw sx="100000" sy="100000" kx="0" ky="0" algn="bl" rotWithShape="0" blurRad="57150" dist="14288" dir="54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64419" y="1021556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27432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828925" y="1128713"/>
            <a:ext cx="1571625" cy="1757220"/>
          </a:xfrm>
          <a:prstGeom prst="roundRect">
            <a:avLst>
              <a:gd name="adj" fmla="val 5455"/>
            </a:avLst>
          </a:prstGeom>
          <a:solidFill>
            <a:srgbClr val="3B82F6"/>
          </a:solidFill>
          <a:ln w="7144" algn="in">
            <a:solidFill>
              <a:srgbClr val="3B82F6"/>
            </a:solidFill>
            <a:prstDash val="solid"/>
          </a:ln>
          <a:effectLst>
            <a:outerShdw sx="100000" sy="100000" kx="0" ky="0" algn="bl" rotWithShape="0" blurRad="114300" dist="28575" dir="5400000">
              <a:srgbClr val="000000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978944" y="1393031"/>
            <a:ext cx="1357313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</a:t>
            </a:r>
            <a:endParaRPr lang="en-US" sz="956" dirty="0"/>
          </a:p>
        </p:txBody>
      </p:sp>
      <p:sp>
        <p:nvSpPr>
          <p:cNvPr id="36" name="Text 34"/>
          <p:cNvSpPr/>
          <p:nvPr/>
        </p:nvSpPr>
        <p:spPr>
          <a:xfrm>
            <a:off x="2978944" y="1593056"/>
            <a:ext cx="1271588" cy="742807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731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wireframes, prototypes, and design specs. Validate with user testing before development begins.</a:t>
            </a:r>
            <a:endParaRPr lang="en-US" sz="731" dirty="0"/>
          </a:p>
        </p:txBody>
      </p:sp>
      <p:sp>
        <p:nvSpPr>
          <p:cNvPr id="37" name="Shape 35"/>
          <p:cNvSpPr/>
          <p:nvPr/>
        </p:nvSpPr>
        <p:spPr>
          <a:xfrm>
            <a:off x="2978944" y="2421588"/>
            <a:ext cx="511135" cy="128588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38" name="Text 36"/>
          <p:cNvSpPr/>
          <p:nvPr/>
        </p:nvSpPr>
        <p:spPr>
          <a:xfrm>
            <a:off x="2964656" y="2421588"/>
            <a:ext cx="539710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Wireframes</a:t>
            </a:r>
            <a:endParaRPr lang="en-US" sz="563" dirty="0"/>
          </a:p>
        </p:txBody>
      </p:sp>
      <p:sp>
        <p:nvSpPr>
          <p:cNvPr id="39" name="Shape 37"/>
          <p:cNvSpPr/>
          <p:nvPr/>
        </p:nvSpPr>
        <p:spPr>
          <a:xfrm>
            <a:off x="3518654" y="2421588"/>
            <a:ext cx="487775" cy="128588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40" name="Text 38"/>
          <p:cNvSpPr/>
          <p:nvPr/>
        </p:nvSpPr>
        <p:spPr>
          <a:xfrm>
            <a:off x="3504367" y="2421588"/>
            <a:ext cx="516350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Prototypes</a:t>
            </a:r>
            <a:endParaRPr lang="en-US" sz="563" dirty="0"/>
          </a:p>
        </p:txBody>
      </p:sp>
      <p:sp>
        <p:nvSpPr>
          <p:cNvPr id="41" name="Shape 39"/>
          <p:cNvSpPr/>
          <p:nvPr/>
        </p:nvSpPr>
        <p:spPr>
          <a:xfrm>
            <a:off x="2978944" y="2578751"/>
            <a:ext cx="365474" cy="128588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42" name="Text 40"/>
          <p:cNvSpPr/>
          <p:nvPr/>
        </p:nvSpPr>
        <p:spPr>
          <a:xfrm>
            <a:off x="2893219" y="2578751"/>
            <a:ext cx="536924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</a:t>
            </a:r>
            <a:endParaRPr lang="en-US" sz="563" dirty="0"/>
          </a:p>
        </p:txBody>
      </p:sp>
      <p:sp>
        <p:nvSpPr>
          <p:cNvPr id="43" name="Shape 41"/>
          <p:cNvSpPr/>
          <p:nvPr/>
        </p:nvSpPr>
        <p:spPr>
          <a:xfrm>
            <a:off x="2978944" y="1021556"/>
            <a:ext cx="257175" cy="257175"/>
          </a:xfrm>
          <a:prstGeom prst="ellipse">
            <a:avLst/>
          </a:prstGeom>
          <a:solidFill>
            <a:srgbClr val="1D4ED8"/>
          </a:solidFill>
          <a:ln>
            <a:noFill/>
          </a:ln>
          <a:effectLst>
            <a:outerShdw sx="100000" sy="100000" kx="0" ky="0" algn="bl" rotWithShape="0" blurRad="57150" dist="14288" dir="5400000">
              <a:srgbClr val="000000">
                <a:alpha val="1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978944" y="1021556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27432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43450" y="1128713"/>
            <a:ext cx="1571625" cy="1600057"/>
          </a:xfrm>
          <a:prstGeom prst="roundRect">
            <a:avLst>
              <a:gd name="adj" fmla="val 5455"/>
            </a:avLst>
          </a:prstGeom>
          <a:solidFill>
            <a:srgbClr val="3B82F6"/>
          </a:solidFill>
          <a:ln w="7144" algn="in">
            <a:solidFill>
              <a:srgbClr val="3B82F6"/>
            </a:solidFill>
            <a:prstDash val="solid"/>
          </a:ln>
          <a:effectLst>
            <a:outerShdw sx="100000" sy="100000" kx="0" ky="0" algn="bl" rotWithShape="0" blurRad="114300" dist="28575" dir="5400000">
              <a:srgbClr val="000000">
                <a:alpha val="6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893469" y="1393031"/>
            <a:ext cx="1357313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</a:t>
            </a:r>
            <a:endParaRPr lang="en-US" sz="956" dirty="0"/>
          </a:p>
        </p:txBody>
      </p:sp>
      <p:sp>
        <p:nvSpPr>
          <p:cNvPr id="47" name="Text 45"/>
          <p:cNvSpPr/>
          <p:nvPr/>
        </p:nvSpPr>
        <p:spPr>
          <a:xfrm>
            <a:off x="4893469" y="1593056"/>
            <a:ext cx="1271588" cy="742807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731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Agile sprints with CI/CD pipeline. Code review, automated testing, and staging deployments every week.</a:t>
            </a:r>
            <a:endParaRPr lang="en-US" sz="731" dirty="0"/>
          </a:p>
        </p:txBody>
      </p:sp>
      <p:sp>
        <p:nvSpPr>
          <p:cNvPr id="48" name="Shape 46"/>
          <p:cNvSpPr/>
          <p:nvPr/>
        </p:nvSpPr>
        <p:spPr>
          <a:xfrm>
            <a:off x="4893469" y="2421588"/>
            <a:ext cx="355973" cy="128588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49" name="Text 47"/>
          <p:cNvSpPr/>
          <p:nvPr/>
        </p:nvSpPr>
        <p:spPr>
          <a:xfrm>
            <a:off x="4879181" y="2421588"/>
            <a:ext cx="38454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Sprints</a:t>
            </a:r>
            <a:endParaRPr lang="en-US" sz="563" dirty="0"/>
          </a:p>
        </p:txBody>
      </p:sp>
      <p:sp>
        <p:nvSpPr>
          <p:cNvPr id="50" name="Shape 48"/>
          <p:cNvSpPr/>
          <p:nvPr/>
        </p:nvSpPr>
        <p:spPr>
          <a:xfrm>
            <a:off x="5278017" y="2421588"/>
            <a:ext cx="316540" cy="128588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51" name="Text 49"/>
          <p:cNvSpPr/>
          <p:nvPr/>
        </p:nvSpPr>
        <p:spPr>
          <a:xfrm>
            <a:off x="5263729" y="2421588"/>
            <a:ext cx="345115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</a:t>
            </a:r>
            <a:endParaRPr lang="en-US" sz="563" dirty="0"/>
          </a:p>
        </p:txBody>
      </p:sp>
      <p:sp>
        <p:nvSpPr>
          <p:cNvPr id="52" name="Shape 50"/>
          <p:cNvSpPr/>
          <p:nvPr/>
        </p:nvSpPr>
        <p:spPr>
          <a:xfrm>
            <a:off x="5623131" y="2421588"/>
            <a:ext cx="217313" cy="128588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53" name="Text 51"/>
          <p:cNvSpPr/>
          <p:nvPr/>
        </p:nvSpPr>
        <p:spPr>
          <a:xfrm>
            <a:off x="5608844" y="2421588"/>
            <a:ext cx="24588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</a:t>
            </a:r>
            <a:endParaRPr lang="en-US" sz="563" dirty="0"/>
          </a:p>
        </p:txBody>
      </p:sp>
      <p:sp>
        <p:nvSpPr>
          <p:cNvPr id="54" name="Shape 52"/>
          <p:cNvSpPr/>
          <p:nvPr/>
        </p:nvSpPr>
        <p:spPr>
          <a:xfrm>
            <a:off x="4893469" y="1021556"/>
            <a:ext cx="257175" cy="257175"/>
          </a:xfrm>
          <a:prstGeom prst="ellipse">
            <a:avLst/>
          </a:prstGeom>
          <a:solidFill>
            <a:srgbClr val="1D4ED8"/>
          </a:solidFill>
          <a:ln>
            <a:noFill/>
          </a:ln>
          <a:effectLst>
            <a:outerShdw sx="100000" sy="100000" kx="0" ky="0" algn="bl" rotWithShape="0" blurRad="57150" dist="14288" dir="5400000">
              <a:srgbClr val="000000">
                <a:alpha val="1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893469" y="1021556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27432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657975" y="1128713"/>
            <a:ext cx="1571625" cy="1757220"/>
          </a:xfrm>
          <a:prstGeom prst="roundRect">
            <a:avLst>
              <a:gd name="adj" fmla="val 5455"/>
            </a:avLst>
          </a:prstGeom>
          <a:solidFill>
            <a:srgbClr val="3B82F6"/>
          </a:solidFill>
          <a:ln w="7144" algn="in">
            <a:solidFill>
              <a:srgbClr val="3B82F6"/>
            </a:solidFill>
            <a:prstDash val="solid"/>
          </a:ln>
          <a:effectLst>
            <a:outerShdw sx="100000" sy="100000" kx="0" ky="0" algn="bl" rotWithShape="0" blurRad="114300" dist="28575" dir="5400000">
              <a:srgbClr val="000000">
                <a:alpha val="6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807994" y="1393031"/>
            <a:ext cx="1357313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</a:t>
            </a:r>
            <a:endParaRPr lang="en-US" sz="956" dirty="0"/>
          </a:p>
        </p:txBody>
      </p:sp>
      <p:sp>
        <p:nvSpPr>
          <p:cNvPr id="58" name="Text 56"/>
          <p:cNvSpPr/>
          <p:nvPr/>
        </p:nvSpPr>
        <p:spPr>
          <a:xfrm>
            <a:off x="6807994" y="1593056"/>
            <a:ext cx="1271588" cy="742807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731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Phased rollout with feature flags, monitoring dashboards, and rapid incident response playbooks.</a:t>
            </a:r>
            <a:endParaRPr lang="en-US" sz="731" dirty="0"/>
          </a:p>
        </p:txBody>
      </p:sp>
      <p:sp>
        <p:nvSpPr>
          <p:cNvPr id="59" name="Shape 57"/>
          <p:cNvSpPr/>
          <p:nvPr/>
        </p:nvSpPr>
        <p:spPr>
          <a:xfrm>
            <a:off x="6807994" y="2421588"/>
            <a:ext cx="349258" cy="128588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60" name="Text 58"/>
          <p:cNvSpPr/>
          <p:nvPr/>
        </p:nvSpPr>
        <p:spPr>
          <a:xfrm>
            <a:off x="6793706" y="2421588"/>
            <a:ext cx="377833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Rollout</a:t>
            </a:r>
            <a:endParaRPr lang="en-US" sz="563" dirty="0"/>
          </a:p>
        </p:txBody>
      </p:sp>
      <p:sp>
        <p:nvSpPr>
          <p:cNvPr id="61" name="Shape 59"/>
          <p:cNvSpPr/>
          <p:nvPr/>
        </p:nvSpPr>
        <p:spPr>
          <a:xfrm>
            <a:off x="7185827" y="2421588"/>
            <a:ext cx="483846" cy="128588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62" name="Text 60"/>
          <p:cNvSpPr/>
          <p:nvPr/>
        </p:nvSpPr>
        <p:spPr>
          <a:xfrm>
            <a:off x="7171539" y="2421588"/>
            <a:ext cx="512421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</a:t>
            </a:r>
            <a:endParaRPr lang="en-US" sz="563" dirty="0"/>
          </a:p>
        </p:txBody>
      </p:sp>
      <p:sp>
        <p:nvSpPr>
          <p:cNvPr id="63" name="Shape 61"/>
          <p:cNvSpPr/>
          <p:nvPr/>
        </p:nvSpPr>
        <p:spPr>
          <a:xfrm>
            <a:off x="6807994" y="2578751"/>
            <a:ext cx="388120" cy="128588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64" name="Text 62"/>
          <p:cNvSpPr/>
          <p:nvPr/>
        </p:nvSpPr>
        <p:spPr>
          <a:xfrm>
            <a:off x="6722269" y="2578751"/>
            <a:ext cx="559570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</a:t>
            </a:r>
            <a:endParaRPr lang="en-US" sz="563" dirty="0"/>
          </a:p>
        </p:txBody>
      </p:sp>
      <p:sp>
        <p:nvSpPr>
          <p:cNvPr id="65" name="Shape 63"/>
          <p:cNvSpPr/>
          <p:nvPr/>
        </p:nvSpPr>
        <p:spPr>
          <a:xfrm>
            <a:off x="6807994" y="1021556"/>
            <a:ext cx="257175" cy="257175"/>
          </a:xfrm>
          <a:prstGeom prst="ellipse">
            <a:avLst/>
          </a:prstGeom>
          <a:solidFill>
            <a:srgbClr val="1D4ED8"/>
          </a:solidFill>
          <a:ln>
            <a:noFill/>
          </a:ln>
          <a:effectLst>
            <a:outerShdw sx="100000" sy="100000" kx="0" ky="0" algn="bl" rotWithShape="0" blurRad="57150" dist="14288" dir="5400000">
              <a:srgbClr val="000000">
                <a:alpha val="15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6807994" y="1021556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27432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record-slide_08-1781898596977</dc:title>
  <dc:subject>PptxGenJS Presentation</dc:subject>
  <dc:creator>PptxGenJS</dc:creator>
  <cp:lastModifiedBy>PptxGenJS</cp:lastModifiedBy>
  <cp:revision>1</cp:revision>
  <dcterms:created xsi:type="dcterms:W3CDTF">2026-06-19T19:49:59Z</dcterms:created>
  <dcterms:modified xsi:type="dcterms:W3CDTF">2026-06-19T19:49:59Z</dcterms:modified>
</cp:coreProperties>
</file>