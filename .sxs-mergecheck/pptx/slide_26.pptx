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8429625" cy="2071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Grid Complex Layout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00050" y="535781"/>
            <a:ext cx="842962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12-column grid with varying span widths — tests layout extraction fidelity</a:t>
            </a:r>
            <a:endParaRPr lang="en-US" sz="731" dirty="0"/>
          </a:p>
        </p:txBody>
      </p:sp>
      <p:sp>
        <p:nvSpPr>
          <p:cNvPr id="4" name="Shape 2"/>
          <p:cNvSpPr/>
          <p:nvPr/>
        </p:nvSpPr>
        <p:spPr>
          <a:xfrm>
            <a:off x="400050" y="821531"/>
            <a:ext cx="5524476" cy="1128713"/>
          </a:xfrm>
          <a:prstGeom prst="roundRect">
            <a:avLst>
              <a:gd name="adj" fmla="val 7595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542925" y="964406"/>
            <a:ext cx="532445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2925" y="1150144"/>
            <a:ext cx="5324451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$2.4M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542925" y="1493044"/>
            <a:ext cx="5324451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quarterly revenue across all product lines. Up 23% from last quarter.</a:t>
            </a:r>
            <a:endParaRPr lang="en-US" sz="675" dirty="0"/>
          </a:p>
        </p:txBody>
      </p:sp>
      <p:sp>
        <p:nvSpPr>
          <p:cNvPr id="8" name="Shape 6"/>
          <p:cNvSpPr/>
          <p:nvPr/>
        </p:nvSpPr>
        <p:spPr>
          <a:xfrm>
            <a:off x="542925" y="1678781"/>
            <a:ext cx="716947" cy="128588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400050" y="1678781"/>
            <a:ext cx="1002697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8-column span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6038826" y="821531"/>
            <a:ext cx="2705052" cy="1128713"/>
          </a:xfrm>
          <a:prstGeom prst="roundRect">
            <a:avLst>
              <a:gd name="adj" fmla="val 7595"/>
            </a:avLst>
          </a:prstGeom>
          <a:solidFill>
            <a:srgbClr val="1A202C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6181701" y="964406"/>
            <a:ext cx="2505027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81701" y="1150144"/>
            <a:ext cx="2505027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48.2K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181701" y="1493044"/>
            <a:ext cx="2505027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active users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6181701" y="1678781"/>
            <a:ext cx="718947" cy="128588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6038826" y="1678781"/>
            <a:ext cx="1004697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4-column span</a:t>
            </a:r>
            <a:endParaRPr lang="en-US" sz="619" dirty="0"/>
          </a:p>
        </p:txBody>
      </p:sp>
      <p:sp>
        <p:nvSpPr>
          <p:cNvPr id="16" name="Shape 14"/>
          <p:cNvSpPr/>
          <p:nvPr/>
        </p:nvSpPr>
        <p:spPr>
          <a:xfrm>
            <a:off x="400050" y="2064544"/>
            <a:ext cx="2705052" cy="957263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069" y="2214563"/>
            <a:ext cx="249074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0069" y="2400300"/>
            <a:ext cx="2490740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+18%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550069" y="2743200"/>
            <a:ext cx="249074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rate this month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3219402" y="2064544"/>
            <a:ext cx="2705124" cy="957263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9421" y="2214563"/>
            <a:ext cx="249081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9421" y="2400300"/>
            <a:ext cx="2490811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-3%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3369421" y="2743200"/>
            <a:ext cx="2490811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Slight decline in signups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6038826" y="2064544"/>
            <a:ext cx="2705052" cy="957263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8845" y="2214563"/>
            <a:ext cx="249074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88845" y="2400300"/>
            <a:ext cx="2490740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+42%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6188845" y="2743200"/>
            <a:ext cx="249074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market expansion</a:t>
            </a:r>
            <a:endParaRPr lang="en-US" sz="675" dirty="0"/>
          </a:p>
        </p:txBody>
      </p:sp>
      <p:sp>
        <p:nvSpPr>
          <p:cNvPr id="28" name="GRAD_0"/>
          <p:cNvSpPr/>
          <p:nvPr/>
        </p:nvSpPr>
        <p:spPr>
          <a:xfrm>
            <a:off x="400050" y="3136106"/>
            <a:ext cx="8343757" cy="600075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E94560"/>
              </a:gs>
              <a:gs pos="100000">
                <a:srgbClr val="FF6B6B"/>
              </a:gs>
            </a:gsLst>
            <a:lin ang="0" scaled="0"/>
          </a:gra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542925" y="3278981"/>
            <a:ext cx="265633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All-Hands Meeting — April 20,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2925" y="3464719"/>
            <a:ext cx="2656332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Full-width banner spanning all 12 columns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7951637" y="3400425"/>
            <a:ext cx="649295" cy="128588"/>
          </a:xfrm>
          <a:prstGeom prst="roundRect">
            <a:avLst>
              <a:gd name="adj" fmla="val 50000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7823049" y="3400425"/>
            <a:ext cx="90647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Now</a:t>
            </a:r>
            <a:endParaRPr lang="en-US" sz="619" dirty="0"/>
          </a:p>
        </p:txBody>
      </p:sp>
      <p:sp>
        <p:nvSpPr>
          <p:cNvPr id="33" name="Shape 31"/>
          <p:cNvSpPr/>
          <p:nvPr/>
        </p:nvSpPr>
        <p:spPr>
          <a:xfrm>
            <a:off x="400050" y="3850481"/>
            <a:ext cx="4114657" cy="714375"/>
          </a:xfrm>
          <a:prstGeom prst="roundRect">
            <a:avLst>
              <a:gd name="adj" fmla="val 12000"/>
            </a:avLst>
          </a:prstGeom>
          <a:solidFill>
            <a:srgbClr val="F0FFF4"/>
          </a:solidFill>
          <a:ln w="7144" algn="in">
            <a:solidFill>
              <a:srgbClr val="C6F6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069" y="4050506"/>
            <a:ext cx="3900345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767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Velocity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0069" y="4236244"/>
            <a:ext cx="3900345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2767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completion rate at 94%. Deploy frequency: 3.2/day. MTTR under 15 minutes.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4629007" y="3850481"/>
            <a:ext cx="4114800" cy="714375"/>
          </a:xfrm>
          <a:prstGeom prst="roundRect">
            <a:avLst>
              <a:gd name="adj" fmla="val 12000"/>
            </a:avLst>
          </a:prstGeom>
          <a:solidFill>
            <a:srgbClr val="FFFFF0"/>
          </a:solidFill>
          <a:ln w="7144" algn="in">
            <a:solidFill>
              <a:srgbClr val="FEF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9026" y="4050506"/>
            <a:ext cx="3900488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75A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Satisfaction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9026" y="4236244"/>
            <a:ext cx="39004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975A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score: 72 (+8 pts). Support ticket resolution time down 22% quarter over quarter.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record-slide_26-1781898610652</dc:title>
  <dc:subject>PptxGenJS Presentation</dc:subject>
  <dc:creator>PptxGenJS</dc:creator>
  <cp:lastModifiedBy>PptxGenJS</cp:lastModifiedBy>
  <cp:revision>1</cp:revision>
  <dcterms:created xsi:type="dcterms:W3CDTF">2026-06-19T19:50:13Z</dcterms:created>
  <dcterms:modified xsi:type="dcterms:W3CDTF">2026-06-19T19:50:13Z</dcterms:modified>
</cp:coreProperties>
</file>