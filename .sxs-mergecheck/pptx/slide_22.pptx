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1638" y="4357688"/>
            <a:ext cx="5800725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13" b="1" dirty="0">
                <a:solidFill>
                  <a:srgbClr val="E6E6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Overlapping Elements — Z-Index Stress Test</a:t>
            </a:r>
            <a:endParaRPr lang="en-US" sz="1013" dirty="0"/>
          </a:p>
        </p:txBody>
      </p:sp>
      <p:sp>
        <p:nvSpPr>
          <p:cNvPr id="3" name="Text 1"/>
          <p:cNvSpPr/>
          <p:nvPr/>
        </p:nvSpPr>
        <p:spPr>
          <a:xfrm>
            <a:off x="1671638" y="4550569"/>
            <a:ext cx="580072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fanned cards with a circular badge crossing card boundaries</a:t>
            </a:r>
            <a:endParaRPr lang="en-US" sz="731" dirty="0"/>
          </a:p>
        </p:txBody>
      </p:sp>
      <p:sp>
        <p:nvSpPr>
          <p:cNvPr id="4" name="Shape 2"/>
          <p:cNvSpPr/>
          <p:nvPr/>
        </p:nvSpPr>
        <p:spPr>
          <a:xfrm>
            <a:off x="1714500" y="785813"/>
            <a:ext cx="3571875" cy="22860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4288" algn="in">
            <a:solidFill>
              <a:srgbClr val="0F3460"/>
            </a:solidFill>
            <a:prstDash val="solid"/>
          </a:ln>
          <a:effectLst>
            <a:outerShdw sx="100000" sy="100000" kx="0" ky="0" algn="bl" rotWithShape="0" blurRad="285750" dist="85725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928813" y="1000125"/>
            <a:ext cx="3143250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 Layer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1928813" y="1257300"/>
            <a:ext cx="3143250" cy="47984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788" dirty="0">
                <a:solidFill>
                  <a:srgbClr val="A8B2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card sits at the back (z-index: 1). It's partially obscured by the cards above. The overlapping region tests how the converter handles stacked elements with transparency and borders.</a:t>
            </a:r>
            <a:endParaRPr lang="en-US" sz="788" dirty="0"/>
          </a:p>
        </p:txBody>
      </p:sp>
      <p:sp>
        <p:nvSpPr>
          <p:cNvPr id="7" name="Shape 5"/>
          <p:cNvSpPr/>
          <p:nvPr/>
        </p:nvSpPr>
        <p:spPr>
          <a:xfrm>
            <a:off x="2714625" y="1214438"/>
            <a:ext cx="3571875" cy="2286000"/>
          </a:xfrm>
          <a:prstGeom prst="roundRect">
            <a:avLst>
              <a:gd name="adj" fmla="val 5000"/>
            </a:avLst>
          </a:prstGeom>
          <a:solidFill>
            <a:srgbClr val="0F3460"/>
          </a:solidFill>
          <a:ln w="14288" algn="in">
            <a:solidFill>
              <a:srgbClr val="533483"/>
            </a:solidFill>
            <a:prstDash val="solid"/>
          </a:ln>
          <a:effectLst>
            <a:outerShdw sx="100000" sy="100000" kx="0" ky="0" algn="bl" rotWithShape="0" blurRad="285750" dist="85725" dir="54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28938" y="1428750"/>
            <a:ext cx="3228975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 Layer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2928938" y="1685925"/>
            <a:ext cx="3143250" cy="47984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788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Overlapping card #1 by about 30%. This layer has its own distinct background, rounded corners, and shadow. Text should remain readable where visible.</a:t>
            </a:r>
            <a:endParaRPr lang="en-US" sz="788" dirty="0"/>
          </a:p>
        </p:txBody>
      </p:sp>
      <p:sp>
        <p:nvSpPr>
          <p:cNvPr id="10" name="Shape 8"/>
          <p:cNvSpPr/>
          <p:nvPr/>
        </p:nvSpPr>
        <p:spPr>
          <a:xfrm>
            <a:off x="3714750" y="1643063"/>
            <a:ext cx="3571875" cy="2286000"/>
          </a:xfrm>
          <a:prstGeom prst="roundRect">
            <a:avLst>
              <a:gd name="adj" fmla="val 5000"/>
            </a:avLst>
          </a:prstGeom>
          <a:solidFill>
            <a:srgbClr val="533483"/>
          </a:solidFill>
          <a:ln w="14288" algn="in">
            <a:solidFill>
              <a:srgbClr val="E94560"/>
            </a:solidFill>
            <a:prstDash val="solid"/>
          </a:ln>
          <a:effectLst>
            <a:outerShdw sx="100000" sy="100000" kx="0" ky="0" algn="bl" rotWithShape="0" blurRad="285750" dist="85725" dir="54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29063" y="1857375"/>
            <a:ext cx="3228975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6B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 Layer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3929063" y="2114550"/>
            <a:ext cx="3143250" cy="47984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788" dirty="0">
                <a:solidFill>
                  <a:srgbClr val="E6E6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topmost card (z-index: 3). Notice how shadows from different layers interact. Each card maintains its own visual identity despite overlapping.</a:t>
            </a:r>
            <a:endParaRPr lang="en-US" sz="788" dirty="0"/>
          </a:p>
        </p:txBody>
      </p:sp>
      <p:sp>
        <p:nvSpPr>
          <p:cNvPr id="13" name="Shape 11"/>
          <p:cNvSpPr/>
          <p:nvPr/>
        </p:nvSpPr>
        <p:spPr>
          <a:xfrm>
            <a:off x="5086350" y="1071563"/>
            <a:ext cx="457200" cy="457200"/>
          </a:xfrm>
          <a:prstGeom prst="ellipse">
            <a:avLst/>
          </a:prstGeom>
          <a:solidFill>
            <a:srgbClr val="E94560"/>
          </a:solidFill>
          <a:ln w="28575" algn="in">
            <a:solidFill>
              <a:srgbClr val="1A1A2E"/>
            </a:solidFill>
            <a:prstDash val="solid"/>
          </a:ln>
          <a:effectLst>
            <a:outerShdw sx="100000" sy="100000" kx="0" ky="0" algn="bl" rotWithShape="0" blurRad="114300" dist="28575" dir="5400000">
              <a:srgbClr val="E94560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86350" y="1071563"/>
            <a:ext cx="457200" cy="457200"/>
          </a:xfrm>
          <a:prstGeom prst="rect">
            <a:avLst/>
          </a:prstGeom>
          <a:ln>
            <a:noFill/>
          </a:ln>
        </p:spPr>
        <p:txBody>
          <a:bodyPr wrap="square" lIns="0" tIns="37719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3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record-slide_22-1781898608061</dc:title>
  <dc:subject>PptxGenJS Presentation</dc:subject>
  <dc:creator>PptxGenJS</dc:creator>
  <cp:lastModifiedBy>PptxGenJS</cp:lastModifiedBy>
  <cp:revision>1</cp:revision>
  <dcterms:created xsi:type="dcterms:W3CDTF">2026-06-19T19:50:10Z</dcterms:created>
  <dcterms:modified xsi:type="dcterms:W3CDTF">2026-06-19T19:50:10Z</dcterms:modified>
</cp:coreProperties>
</file>