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2900"/>
          </a:xfrm>
          <a:prstGeom prst="rect">
            <a:avLst/>
          </a:prstGeom>
          <a:solidFill>
            <a:srgbClr val="161B22"/>
          </a:solidFill>
          <a:ln>
            <a:noFill/>
          </a:ln>
        </p:spPr>
      </p:sp>
      <p:sp>
        <p:nvSpPr>
          <p:cNvPr id="3" name="Shape 1"/>
          <p:cNvSpPr/>
          <p:nvPr/>
        </p:nvSpPr>
        <p:spPr>
          <a:xfrm>
            <a:off x="0" y="335756"/>
            <a:ext cx="9144000" cy="7144"/>
          </a:xfrm>
          <a:prstGeom prst="rect">
            <a:avLst/>
          </a:prstGeom>
          <a:solidFill>
            <a:srgbClr val="30363D"/>
          </a:solidFill>
          <a:ln>
            <a:noFill/>
          </a:ln>
        </p:spPr>
      </p:sp>
      <p:sp>
        <p:nvSpPr>
          <p:cNvPr id="4" name="Shape 2"/>
          <p:cNvSpPr/>
          <p:nvPr/>
        </p:nvSpPr>
        <p:spPr>
          <a:xfrm>
            <a:off x="171450" y="125016"/>
            <a:ext cx="85725" cy="85725"/>
          </a:xfrm>
          <a:prstGeom prst="ellipse">
            <a:avLst/>
          </a:prstGeom>
          <a:solidFill>
            <a:srgbClr val="FF5F57"/>
          </a:solidFill>
          <a:ln>
            <a:noFill/>
          </a:ln>
        </p:spPr>
      </p:sp>
      <p:sp>
        <p:nvSpPr>
          <p:cNvPr id="5" name="Shape 3"/>
          <p:cNvSpPr/>
          <p:nvPr/>
        </p:nvSpPr>
        <p:spPr>
          <a:xfrm>
            <a:off x="371475" y="125016"/>
            <a:ext cx="85725" cy="85725"/>
          </a:xfrm>
          <a:prstGeom prst="ellipse">
            <a:avLst/>
          </a:prstGeom>
          <a:solidFill>
            <a:srgbClr val="FEBC2E"/>
          </a:solidFill>
          <a:ln>
            <a:noFill/>
          </a:ln>
        </p:spPr>
      </p:sp>
      <p:sp>
        <p:nvSpPr>
          <p:cNvPr id="6" name="Shape 4"/>
          <p:cNvSpPr/>
          <p:nvPr/>
        </p:nvSpPr>
        <p:spPr>
          <a:xfrm>
            <a:off x="571500" y="125016"/>
            <a:ext cx="85725" cy="85725"/>
          </a:xfrm>
          <a:prstGeom prst="ellipse">
            <a:avLst/>
          </a:prstGeom>
          <a:solidFill>
            <a:srgbClr val="28C840"/>
          </a:solidFill>
          <a:ln>
            <a:noFill/>
          </a:ln>
        </p:spPr>
      </p:sp>
      <p:sp>
        <p:nvSpPr>
          <p:cNvPr id="7" name="Text 5"/>
          <p:cNvSpPr/>
          <p:nvPr/>
        </p:nvSpPr>
        <p:spPr>
          <a:xfrm>
            <a:off x="857250" y="103584"/>
            <a:ext cx="977479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dirty="0">
                <a:solidFill>
                  <a:srgbClr val="8B949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api-reference.sh</a:t>
            </a:r>
            <a:endParaRPr lang="en-US" sz="731" dirty="0"/>
          </a:p>
        </p:txBody>
      </p:sp>
      <p:sp>
        <p:nvSpPr>
          <p:cNvPr id="8" name="Shape 6"/>
          <p:cNvSpPr/>
          <p:nvPr/>
        </p:nvSpPr>
        <p:spPr>
          <a:xfrm>
            <a:off x="8507778" y="96441"/>
            <a:ext cx="464772" cy="142875"/>
          </a:xfrm>
          <a:prstGeom prst="roundRect">
            <a:avLst>
              <a:gd name="adj" fmla="val 50000"/>
            </a:avLst>
          </a:prstGeom>
          <a:solidFill>
            <a:srgbClr val="238636"/>
          </a:solidFill>
          <a:ln>
            <a:noFill/>
          </a:ln>
        </p:spPr>
      </p:sp>
      <p:sp>
        <p:nvSpPr>
          <p:cNvPr id="9" name="Text 7"/>
          <p:cNvSpPr/>
          <p:nvPr/>
        </p:nvSpPr>
        <p:spPr>
          <a:xfrm>
            <a:off x="8414909" y="96441"/>
            <a:ext cx="650510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19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v2.4 API</a:t>
            </a:r>
            <a:endParaRPr lang="en-US" sz="619" dirty="0"/>
          </a:p>
        </p:txBody>
      </p:sp>
      <p:sp>
        <p:nvSpPr>
          <p:cNvPr id="10" name="Shape 8"/>
          <p:cNvSpPr/>
          <p:nvPr/>
        </p:nvSpPr>
        <p:spPr>
          <a:xfrm>
            <a:off x="0" y="342900"/>
            <a:ext cx="6286500" cy="4572000"/>
          </a:xfrm>
          <a:prstGeom prst="rect">
            <a:avLst/>
          </a:prstGeom>
          <a:solidFill>
            <a:srgbClr val="0D1117">
              <a:alpha val="0"/>
            </a:srgbClr>
          </a:solidFill>
          <a:ln>
            <a:noFill/>
          </a:ln>
        </p:spPr>
      </p:sp>
      <p:sp>
        <p:nvSpPr>
          <p:cNvPr id="11" name="Shape 9"/>
          <p:cNvSpPr/>
          <p:nvPr/>
        </p:nvSpPr>
        <p:spPr>
          <a:xfrm>
            <a:off x="6279356" y="342900"/>
            <a:ext cx="7144" cy="4572000"/>
          </a:xfrm>
          <a:prstGeom prst="rect">
            <a:avLst/>
          </a:prstGeom>
          <a:solidFill>
            <a:srgbClr val="30363D"/>
          </a:solidFill>
          <a:ln>
            <a:noFill/>
          </a:ln>
        </p:spPr>
      </p:sp>
      <p:sp>
        <p:nvSpPr>
          <p:cNvPr id="12" name="Shape 10"/>
          <p:cNvSpPr/>
          <p:nvPr/>
        </p:nvSpPr>
        <p:spPr>
          <a:xfrm>
            <a:off x="0" y="342900"/>
            <a:ext cx="6279356" cy="292894"/>
          </a:xfrm>
          <a:prstGeom prst="rect">
            <a:avLst/>
          </a:prstGeom>
          <a:solidFill>
            <a:srgbClr val="161B22"/>
          </a:solidFill>
          <a:ln>
            <a:noFill/>
          </a:ln>
        </p:spPr>
      </p:sp>
      <p:sp>
        <p:nvSpPr>
          <p:cNvPr id="13" name="Shape 11"/>
          <p:cNvSpPr/>
          <p:nvPr/>
        </p:nvSpPr>
        <p:spPr>
          <a:xfrm>
            <a:off x="0" y="628650"/>
            <a:ext cx="6279356" cy="7144"/>
          </a:xfrm>
          <a:prstGeom prst="rect">
            <a:avLst/>
          </a:prstGeom>
          <a:solidFill>
            <a:srgbClr val="30363D"/>
          </a:solidFill>
          <a:ln>
            <a:noFill/>
          </a:ln>
        </p:spPr>
      </p:sp>
      <p:sp>
        <p:nvSpPr>
          <p:cNvPr id="14" name="Shape 12"/>
          <p:cNvSpPr/>
          <p:nvPr/>
        </p:nvSpPr>
        <p:spPr>
          <a:xfrm>
            <a:off x="0" y="342900"/>
            <a:ext cx="508778" cy="28575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15" name="Shape 13"/>
          <p:cNvSpPr/>
          <p:nvPr/>
        </p:nvSpPr>
        <p:spPr>
          <a:xfrm>
            <a:off x="0" y="614363"/>
            <a:ext cx="508778" cy="14288"/>
          </a:xfrm>
          <a:prstGeom prst="rect">
            <a:avLst/>
          </a:prstGeom>
          <a:solidFill>
            <a:srgbClr val="F78166"/>
          </a:solidFill>
          <a:ln>
            <a:noFill/>
          </a:ln>
        </p:spPr>
      </p:sp>
      <p:sp>
        <p:nvSpPr>
          <p:cNvPr id="16" name="Text 14"/>
          <p:cNvSpPr/>
          <p:nvPr/>
        </p:nvSpPr>
        <p:spPr>
          <a:xfrm>
            <a:off x="0" y="342900"/>
            <a:ext cx="508778" cy="2857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31" dirty="0">
                <a:solidFill>
                  <a:srgbClr val="F0F6F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cURL</a:t>
            </a:r>
            <a:endParaRPr lang="en-US" sz="731" dirty="0"/>
          </a:p>
        </p:txBody>
      </p:sp>
      <p:sp>
        <p:nvSpPr>
          <p:cNvPr id="17" name="Shape 15"/>
          <p:cNvSpPr/>
          <p:nvPr/>
        </p:nvSpPr>
        <p:spPr>
          <a:xfrm>
            <a:off x="508778" y="342900"/>
            <a:ext cx="620149" cy="285750"/>
          </a:xfrm>
          <a:prstGeom prst="rect">
            <a:avLst/>
          </a:prstGeom>
          <a:solidFill>
            <a:srgbClr val="161B22">
              <a:alpha val="0"/>
            </a:srgbClr>
          </a:solidFill>
          <a:ln>
            <a:noFill/>
          </a:ln>
        </p:spPr>
      </p:sp>
      <p:sp>
        <p:nvSpPr>
          <p:cNvPr id="18" name="Text 16"/>
          <p:cNvSpPr/>
          <p:nvPr/>
        </p:nvSpPr>
        <p:spPr>
          <a:xfrm>
            <a:off x="508778" y="342900"/>
            <a:ext cx="620149" cy="2857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31" dirty="0">
                <a:solidFill>
                  <a:srgbClr val="8B949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Python</a:t>
            </a:r>
            <a:endParaRPr lang="en-US" sz="731" dirty="0"/>
          </a:p>
        </p:txBody>
      </p:sp>
      <p:sp>
        <p:nvSpPr>
          <p:cNvPr id="19" name="Shape 17"/>
          <p:cNvSpPr/>
          <p:nvPr/>
        </p:nvSpPr>
        <p:spPr>
          <a:xfrm>
            <a:off x="1128927" y="342900"/>
            <a:ext cx="843105" cy="285750"/>
          </a:xfrm>
          <a:prstGeom prst="rect">
            <a:avLst/>
          </a:prstGeom>
          <a:solidFill>
            <a:srgbClr val="161B22">
              <a:alpha val="0"/>
            </a:srgbClr>
          </a:solidFill>
          <a:ln>
            <a:noFill/>
          </a:ln>
        </p:spPr>
      </p:sp>
      <p:sp>
        <p:nvSpPr>
          <p:cNvPr id="20" name="Text 18"/>
          <p:cNvSpPr/>
          <p:nvPr/>
        </p:nvSpPr>
        <p:spPr>
          <a:xfrm>
            <a:off x="1128927" y="342900"/>
            <a:ext cx="843105" cy="2857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31" dirty="0">
                <a:solidFill>
                  <a:srgbClr val="8B949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JavaScript</a:t>
            </a:r>
            <a:endParaRPr lang="en-US" sz="731" dirty="0"/>
          </a:p>
        </p:txBody>
      </p:sp>
      <p:sp>
        <p:nvSpPr>
          <p:cNvPr id="21" name="Text 19"/>
          <p:cNvSpPr/>
          <p:nvPr/>
        </p:nvSpPr>
        <p:spPr>
          <a:xfrm>
            <a:off x="171450" y="778669"/>
            <a:ext cx="6022181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484F5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</a:t>
            </a:r>
            <a:pPr algn="l" indent="0" marL="0">
              <a:lnSpc>
                <a:spcPct val="141667"/>
              </a:lnSpc>
              <a:buNone/>
            </a:pPr>
            <a:r>
              <a:rPr lang="en-US" sz="731" i="1" u="none" dirty="0">
                <a:solidFill>
                  <a:srgbClr val="8B949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# Create a new user with team assignment</a:t>
            </a:r>
            <a:endParaRPr lang="en-US" sz="731" dirty="0"/>
          </a:p>
        </p:txBody>
      </p:sp>
      <p:sp>
        <p:nvSpPr>
          <p:cNvPr id="22" name="Text 20"/>
          <p:cNvSpPr/>
          <p:nvPr/>
        </p:nvSpPr>
        <p:spPr>
          <a:xfrm>
            <a:off x="171450" y="936474"/>
            <a:ext cx="6022181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484F5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FF7B7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curl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00000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-X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00000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POST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00000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\</a:t>
            </a:r>
            <a:endParaRPr lang="en-US" sz="731" dirty="0"/>
          </a:p>
        </p:txBody>
      </p:sp>
      <p:sp>
        <p:nvSpPr>
          <p:cNvPr id="23" name="Text 21"/>
          <p:cNvSpPr/>
          <p:nvPr/>
        </p:nvSpPr>
        <p:spPr>
          <a:xfrm>
            <a:off x="171450" y="1094351"/>
            <a:ext cx="6022181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484F5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3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"https://api.example.com/v2/users"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00000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\</a:t>
            </a:r>
            <a:endParaRPr lang="en-US" sz="731" dirty="0"/>
          </a:p>
        </p:txBody>
      </p:sp>
      <p:sp>
        <p:nvSpPr>
          <p:cNvPr id="24" name="Text 22"/>
          <p:cNvSpPr/>
          <p:nvPr/>
        </p:nvSpPr>
        <p:spPr>
          <a:xfrm>
            <a:off x="171450" y="1252157"/>
            <a:ext cx="6022181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484F5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4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-H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00000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"Authorization: Bearer sk_live_..."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00000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\</a:t>
            </a:r>
            <a:endParaRPr lang="en-US" sz="731" dirty="0"/>
          </a:p>
        </p:txBody>
      </p:sp>
      <p:sp>
        <p:nvSpPr>
          <p:cNvPr id="25" name="Text 23"/>
          <p:cNvSpPr/>
          <p:nvPr/>
        </p:nvSpPr>
        <p:spPr>
          <a:xfrm>
            <a:off x="171450" y="1410033"/>
            <a:ext cx="6022181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484F5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5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-H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00000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"Content-Type: application/json"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00000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\</a:t>
            </a:r>
            <a:endParaRPr lang="en-US" sz="731" dirty="0"/>
          </a:p>
        </p:txBody>
      </p:sp>
      <p:sp>
        <p:nvSpPr>
          <p:cNvPr id="26" name="Text 24"/>
          <p:cNvSpPr/>
          <p:nvPr/>
        </p:nvSpPr>
        <p:spPr>
          <a:xfrm>
            <a:off x="171450" y="1567839"/>
            <a:ext cx="6022181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484F5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6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-d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00000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'{'</a:t>
            </a:r>
            <a:endParaRPr lang="en-US" sz="731" dirty="0"/>
          </a:p>
        </p:txBody>
      </p:sp>
      <p:sp>
        <p:nvSpPr>
          <p:cNvPr id="27" name="Text 25"/>
          <p:cNvSpPr/>
          <p:nvPr/>
        </p:nvSpPr>
        <p:spPr>
          <a:xfrm>
            <a:off x="171450" y="1725644"/>
            <a:ext cx="6022181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484F5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7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  "name"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: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00000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"Jane Cooper"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,</a:t>
            </a:r>
            <a:endParaRPr lang="en-US" sz="731" dirty="0"/>
          </a:p>
        </p:txBody>
      </p:sp>
      <p:sp>
        <p:nvSpPr>
          <p:cNvPr id="28" name="Text 26"/>
          <p:cNvSpPr/>
          <p:nvPr/>
        </p:nvSpPr>
        <p:spPr>
          <a:xfrm>
            <a:off x="171450" y="1883521"/>
            <a:ext cx="6022181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484F5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8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  "email"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: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00000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"jane@acme.co"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,</a:t>
            </a:r>
            <a:endParaRPr lang="en-US" sz="731" dirty="0"/>
          </a:p>
        </p:txBody>
      </p:sp>
      <p:sp>
        <p:nvSpPr>
          <p:cNvPr id="29" name="Text 27"/>
          <p:cNvSpPr/>
          <p:nvPr/>
        </p:nvSpPr>
        <p:spPr>
          <a:xfrm>
            <a:off x="171450" y="2041327"/>
            <a:ext cx="6022181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484F5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9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  "role"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: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00000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"admin"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,</a:t>
            </a:r>
            <a:endParaRPr lang="en-US" sz="731" dirty="0"/>
          </a:p>
        </p:txBody>
      </p:sp>
      <p:sp>
        <p:nvSpPr>
          <p:cNvPr id="30" name="Text 28"/>
          <p:cNvSpPr/>
          <p:nvPr/>
        </p:nvSpPr>
        <p:spPr>
          <a:xfrm>
            <a:off x="171450" y="2199132"/>
            <a:ext cx="6022181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484F5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10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  "team_id"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: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00000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"team_8x92k"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,</a:t>
            </a:r>
            <a:endParaRPr lang="en-US" sz="731" dirty="0"/>
          </a:p>
        </p:txBody>
      </p:sp>
      <p:sp>
        <p:nvSpPr>
          <p:cNvPr id="31" name="Text 29"/>
          <p:cNvSpPr/>
          <p:nvPr/>
        </p:nvSpPr>
        <p:spPr>
          <a:xfrm>
            <a:off x="171450" y="2357009"/>
            <a:ext cx="6022181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484F5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11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  "permissions"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: [</a:t>
            </a:r>
            <a:endParaRPr lang="en-US" sz="731" dirty="0"/>
          </a:p>
        </p:txBody>
      </p:sp>
      <p:sp>
        <p:nvSpPr>
          <p:cNvPr id="32" name="Text 30"/>
          <p:cNvSpPr/>
          <p:nvPr/>
        </p:nvSpPr>
        <p:spPr>
          <a:xfrm>
            <a:off x="171450" y="2514814"/>
            <a:ext cx="6022181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484F5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12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    "read"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,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00000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"write"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,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00000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"delete"</a:t>
            </a:r>
            <a:endParaRPr lang="en-US" sz="731" dirty="0"/>
          </a:p>
        </p:txBody>
      </p:sp>
      <p:sp>
        <p:nvSpPr>
          <p:cNvPr id="33" name="Text 31"/>
          <p:cNvSpPr/>
          <p:nvPr/>
        </p:nvSpPr>
        <p:spPr>
          <a:xfrm>
            <a:off x="171450" y="2672691"/>
            <a:ext cx="6022181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484F5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13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  ],</a:t>
            </a:r>
            <a:endParaRPr lang="en-US" sz="731" dirty="0"/>
          </a:p>
        </p:txBody>
      </p:sp>
      <p:sp>
        <p:nvSpPr>
          <p:cNvPr id="34" name="Text 32"/>
          <p:cNvSpPr/>
          <p:nvPr/>
        </p:nvSpPr>
        <p:spPr>
          <a:xfrm>
            <a:off x="171450" y="2830497"/>
            <a:ext cx="6022181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484F5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14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  "metadata"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: {</a:t>
            </a:r>
            <a:endParaRPr lang="en-US" sz="731" dirty="0"/>
          </a:p>
        </p:txBody>
      </p:sp>
      <p:sp>
        <p:nvSpPr>
          <p:cNvPr id="35" name="Text 33"/>
          <p:cNvSpPr/>
          <p:nvPr/>
        </p:nvSpPr>
        <p:spPr>
          <a:xfrm>
            <a:off x="171450" y="2988302"/>
            <a:ext cx="6022181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484F5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15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    "source"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: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00000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"onboarding"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,</a:t>
            </a:r>
            <a:endParaRPr lang="en-US" sz="731" dirty="0"/>
          </a:p>
        </p:txBody>
      </p:sp>
      <p:sp>
        <p:nvSpPr>
          <p:cNvPr id="36" name="Text 34"/>
          <p:cNvSpPr/>
          <p:nvPr/>
        </p:nvSpPr>
        <p:spPr>
          <a:xfrm>
            <a:off x="171450" y="3146179"/>
            <a:ext cx="6022181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484F5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16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    "plan"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: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00000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"enterprise"</a:t>
            </a:r>
            <a:endParaRPr lang="en-US" sz="731" dirty="0"/>
          </a:p>
        </p:txBody>
      </p:sp>
      <p:sp>
        <p:nvSpPr>
          <p:cNvPr id="37" name="Text 35"/>
          <p:cNvSpPr/>
          <p:nvPr/>
        </p:nvSpPr>
        <p:spPr>
          <a:xfrm>
            <a:off x="171450" y="3303984"/>
            <a:ext cx="6022181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484F5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17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  }</a:t>
            </a:r>
            <a:endParaRPr lang="en-US" sz="731" dirty="0"/>
          </a:p>
        </p:txBody>
      </p:sp>
      <p:sp>
        <p:nvSpPr>
          <p:cNvPr id="38" name="Text 36"/>
          <p:cNvSpPr/>
          <p:nvPr/>
        </p:nvSpPr>
        <p:spPr>
          <a:xfrm>
            <a:off x="171450" y="3461790"/>
            <a:ext cx="6022181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484F5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18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}'</a:t>
            </a:r>
            <a:endParaRPr lang="en-US" sz="731" dirty="0"/>
          </a:p>
        </p:txBody>
      </p:sp>
      <p:sp>
        <p:nvSpPr>
          <p:cNvPr id="39" name="Text 37"/>
          <p:cNvSpPr/>
          <p:nvPr/>
        </p:nvSpPr>
        <p:spPr>
          <a:xfrm>
            <a:off x="171450" y="3619667"/>
            <a:ext cx="6022181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484F5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19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00000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</a:t>
            </a:r>
            <a:endParaRPr lang="en-US" sz="731" dirty="0"/>
          </a:p>
        </p:txBody>
      </p:sp>
      <p:sp>
        <p:nvSpPr>
          <p:cNvPr id="40" name="Text 38"/>
          <p:cNvSpPr/>
          <p:nvPr/>
        </p:nvSpPr>
        <p:spPr>
          <a:xfrm>
            <a:off x="171450" y="3777472"/>
            <a:ext cx="6022181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484F5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</a:t>
            </a:r>
            <a:pPr algn="l" indent="0" marL="0">
              <a:lnSpc>
                <a:spcPct val="141667"/>
              </a:lnSpc>
              <a:buNone/>
            </a:pPr>
            <a:r>
              <a:rPr lang="en-US" sz="731" i="1" u="none" dirty="0">
                <a:solidFill>
                  <a:srgbClr val="8B949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# Rate limit: 100 req/min per API key</a:t>
            </a:r>
            <a:endParaRPr lang="en-US" sz="731" dirty="0"/>
          </a:p>
        </p:txBody>
      </p:sp>
      <p:sp>
        <p:nvSpPr>
          <p:cNvPr id="41" name="Text 39"/>
          <p:cNvSpPr/>
          <p:nvPr/>
        </p:nvSpPr>
        <p:spPr>
          <a:xfrm>
            <a:off x="171450" y="3935349"/>
            <a:ext cx="6022181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484F5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21</a:t>
            </a:r>
            <a:pPr algn="l" indent="0" marL="0">
              <a:lnSpc>
                <a:spcPct val="141667"/>
              </a:lnSpc>
              <a:buNone/>
            </a:pPr>
            <a:r>
              <a:rPr lang="en-US" sz="731" i="1" u="none" dirty="0">
                <a:solidFill>
                  <a:srgbClr val="8B949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# Supports idempotency via Idempotency-Key header</a:t>
            </a:r>
            <a:endParaRPr lang="en-US" sz="731" dirty="0"/>
          </a:p>
        </p:txBody>
      </p:sp>
      <p:sp>
        <p:nvSpPr>
          <p:cNvPr id="42" name="Shape 40"/>
          <p:cNvSpPr/>
          <p:nvPr/>
        </p:nvSpPr>
        <p:spPr>
          <a:xfrm>
            <a:off x="6286500" y="342900"/>
            <a:ext cx="2857500" cy="321469"/>
          </a:xfrm>
          <a:prstGeom prst="rect">
            <a:avLst/>
          </a:prstGeom>
          <a:solidFill>
            <a:srgbClr val="161B22"/>
          </a:solidFill>
          <a:ln>
            <a:noFill/>
          </a:ln>
        </p:spPr>
      </p:sp>
      <p:sp>
        <p:nvSpPr>
          <p:cNvPr id="43" name="Shape 41"/>
          <p:cNvSpPr/>
          <p:nvPr/>
        </p:nvSpPr>
        <p:spPr>
          <a:xfrm>
            <a:off x="6286500" y="657225"/>
            <a:ext cx="2857500" cy="7144"/>
          </a:xfrm>
          <a:prstGeom prst="rect">
            <a:avLst/>
          </a:prstGeom>
          <a:solidFill>
            <a:srgbClr val="30363D"/>
          </a:solidFill>
          <a:ln>
            <a:noFill/>
          </a:ln>
        </p:spPr>
      </p:sp>
      <p:sp>
        <p:nvSpPr>
          <p:cNvPr id="44" name="Text 42"/>
          <p:cNvSpPr/>
          <p:nvPr/>
        </p:nvSpPr>
        <p:spPr>
          <a:xfrm>
            <a:off x="6429375" y="442913"/>
            <a:ext cx="528280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Response</a:t>
            </a:r>
            <a:endParaRPr lang="en-US" sz="731" dirty="0"/>
          </a:p>
        </p:txBody>
      </p:sp>
      <p:sp>
        <p:nvSpPr>
          <p:cNvPr id="45" name="Shape 43"/>
          <p:cNvSpPr/>
          <p:nvPr/>
        </p:nvSpPr>
        <p:spPr>
          <a:xfrm>
            <a:off x="8570143" y="428625"/>
            <a:ext cx="430982" cy="142875"/>
          </a:xfrm>
          <a:prstGeom prst="roundRect">
            <a:avLst>
              <a:gd name="adj" fmla="val 20000"/>
            </a:avLst>
          </a:prstGeom>
          <a:solidFill>
            <a:srgbClr val="1A4731"/>
          </a:solidFill>
          <a:ln>
            <a:noFill/>
          </a:ln>
        </p:spPr>
      </p:sp>
      <p:sp>
        <p:nvSpPr>
          <p:cNvPr id="46" name="Text 44"/>
          <p:cNvSpPr/>
          <p:nvPr/>
        </p:nvSpPr>
        <p:spPr>
          <a:xfrm>
            <a:off x="8484418" y="428625"/>
            <a:ext cx="602432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19" b="1" dirty="0">
                <a:solidFill>
                  <a:srgbClr val="3FB9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200 OK</a:t>
            </a:r>
            <a:endParaRPr lang="en-US" sz="619" dirty="0"/>
          </a:p>
        </p:txBody>
      </p:sp>
      <p:sp>
        <p:nvSpPr>
          <p:cNvPr id="47" name="Text 45"/>
          <p:cNvSpPr/>
          <p:nvPr/>
        </p:nvSpPr>
        <p:spPr>
          <a:xfrm>
            <a:off x="6429375" y="807244"/>
            <a:ext cx="2657475" cy="15423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{</a:t>
            </a:r>
            <a:endParaRPr lang="en-US" sz="675" dirty="0"/>
          </a:p>
        </p:txBody>
      </p:sp>
      <p:sp>
        <p:nvSpPr>
          <p:cNvPr id="48" name="Text 46"/>
          <p:cNvSpPr/>
          <p:nvPr/>
        </p:nvSpPr>
        <p:spPr>
          <a:xfrm>
            <a:off x="6429375" y="961477"/>
            <a:ext cx="2657475" cy="15423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79C0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"id"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: 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"usr_a1b2c3d4"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,</a:t>
            </a:r>
            <a:endParaRPr lang="en-US" sz="675" dirty="0"/>
          </a:p>
        </p:txBody>
      </p:sp>
      <p:sp>
        <p:nvSpPr>
          <p:cNvPr id="49" name="Text 47"/>
          <p:cNvSpPr/>
          <p:nvPr/>
        </p:nvSpPr>
        <p:spPr>
          <a:xfrm>
            <a:off x="6429375" y="1115782"/>
            <a:ext cx="2657475" cy="15423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79C0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"object"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: 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"user"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,</a:t>
            </a:r>
            <a:endParaRPr lang="en-US" sz="675" dirty="0"/>
          </a:p>
        </p:txBody>
      </p:sp>
      <p:sp>
        <p:nvSpPr>
          <p:cNvPr id="50" name="Text 48"/>
          <p:cNvSpPr/>
          <p:nvPr/>
        </p:nvSpPr>
        <p:spPr>
          <a:xfrm>
            <a:off x="6429375" y="1270016"/>
            <a:ext cx="2657475" cy="15423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79C0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"name"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: 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"Jane Cooper"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,</a:t>
            </a:r>
            <a:endParaRPr lang="en-US" sz="675" dirty="0"/>
          </a:p>
        </p:txBody>
      </p:sp>
      <p:sp>
        <p:nvSpPr>
          <p:cNvPr id="51" name="Text 49"/>
          <p:cNvSpPr/>
          <p:nvPr/>
        </p:nvSpPr>
        <p:spPr>
          <a:xfrm>
            <a:off x="6429375" y="1424321"/>
            <a:ext cx="2657475" cy="15423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79C0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"email"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: 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"jane@acme.co"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,</a:t>
            </a:r>
            <a:endParaRPr lang="en-US" sz="675" dirty="0"/>
          </a:p>
        </p:txBody>
      </p:sp>
      <p:sp>
        <p:nvSpPr>
          <p:cNvPr id="52" name="Text 50"/>
          <p:cNvSpPr/>
          <p:nvPr/>
        </p:nvSpPr>
        <p:spPr>
          <a:xfrm>
            <a:off x="6429375" y="1578554"/>
            <a:ext cx="2657475" cy="15423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79C0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"role"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: 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"admin"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,</a:t>
            </a:r>
            <a:endParaRPr lang="en-US" sz="675" dirty="0"/>
          </a:p>
        </p:txBody>
      </p:sp>
      <p:sp>
        <p:nvSpPr>
          <p:cNvPr id="53" name="Text 51"/>
          <p:cNvSpPr/>
          <p:nvPr/>
        </p:nvSpPr>
        <p:spPr>
          <a:xfrm>
            <a:off x="6429375" y="1732788"/>
            <a:ext cx="2657475" cy="15423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79C0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"team"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: {</a:t>
            </a:r>
            <a:endParaRPr lang="en-US" sz="675" dirty="0"/>
          </a:p>
        </p:txBody>
      </p:sp>
      <p:sp>
        <p:nvSpPr>
          <p:cNvPr id="54" name="Text 52"/>
          <p:cNvSpPr/>
          <p:nvPr/>
        </p:nvSpPr>
        <p:spPr>
          <a:xfrm>
            <a:off x="6429375" y="1887093"/>
            <a:ext cx="2657475" cy="15423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  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79C0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"id"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: 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"team_8x92k"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,</a:t>
            </a:r>
            <a:endParaRPr lang="en-US" sz="675" dirty="0"/>
          </a:p>
        </p:txBody>
      </p:sp>
      <p:sp>
        <p:nvSpPr>
          <p:cNvPr id="55" name="Text 53"/>
          <p:cNvSpPr/>
          <p:nvPr/>
        </p:nvSpPr>
        <p:spPr>
          <a:xfrm>
            <a:off x="6429375" y="2041327"/>
            <a:ext cx="2657475" cy="15423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  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79C0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"name"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: 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"Engineering"</a:t>
            </a:r>
            <a:endParaRPr lang="en-US" sz="675" dirty="0"/>
          </a:p>
        </p:txBody>
      </p:sp>
      <p:sp>
        <p:nvSpPr>
          <p:cNvPr id="56" name="Text 54"/>
          <p:cNvSpPr/>
          <p:nvPr/>
        </p:nvSpPr>
        <p:spPr>
          <a:xfrm>
            <a:off x="6429375" y="2195560"/>
            <a:ext cx="2657475" cy="15423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},</a:t>
            </a:r>
            <a:endParaRPr lang="en-US" sz="675" dirty="0"/>
          </a:p>
        </p:txBody>
      </p:sp>
      <p:sp>
        <p:nvSpPr>
          <p:cNvPr id="57" name="Text 55"/>
          <p:cNvSpPr/>
          <p:nvPr/>
        </p:nvSpPr>
        <p:spPr>
          <a:xfrm>
            <a:off x="6429375" y="2349865"/>
            <a:ext cx="2657475" cy="15423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79C0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"permissions"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: [</a:t>
            </a:r>
            <a:endParaRPr lang="en-US" sz="675" dirty="0"/>
          </a:p>
        </p:txBody>
      </p:sp>
      <p:sp>
        <p:nvSpPr>
          <p:cNvPr id="58" name="Text 56"/>
          <p:cNvSpPr/>
          <p:nvPr/>
        </p:nvSpPr>
        <p:spPr>
          <a:xfrm>
            <a:off x="6429375" y="2504099"/>
            <a:ext cx="2657475" cy="15423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  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"read"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, 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"write"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, 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"delete"</a:t>
            </a:r>
            <a:endParaRPr lang="en-US" sz="675" dirty="0"/>
          </a:p>
        </p:txBody>
      </p:sp>
      <p:sp>
        <p:nvSpPr>
          <p:cNvPr id="59" name="Text 57"/>
          <p:cNvSpPr/>
          <p:nvPr/>
        </p:nvSpPr>
        <p:spPr>
          <a:xfrm>
            <a:off x="6429375" y="2658404"/>
            <a:ext cx="2657475" cy="15423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],</a:t>
            </a:r>
            <a:endParaRPr lang="en-US" sz="675" dirty="0"/>
          </a:p>
        </p:txBody>
      </p:sp>
      <p:sp>
        <p:nvSpPr>
          <p:cNvPr id="60" name="Text 58"/>
          <p:cNvSpPr/>
          <p:nvPr/>
        </p:nvSpPr>
        <p:spPr>
          <a:xfrm>
            <a:off x="6429375" y="2812637"/>
            <a:ext cx="2657475" cy="15423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79C0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"created_at"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: 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FFA657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1712956800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,</a:t>
            </a:r>
            <a:endParaRPr lang="en-US" sz="675" dirty="0"/>
          </a:p>
        </p:txBody>
      </p:sp>
      <p:sp>
        <p:nvSpPr>
          <p:cNvPr id="61" name="Text 59"/>
          <p:cNvSpPr/>
          <p:nvPr/>
        </p:nvSpPr>
        <p:spPr>
          <a:xfrm>
            <a:off x="6429375" y="2966871"/>
            <a:ext cx="2657475" cy="15423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79C0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"active"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: 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FF7B7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true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,</a:t>
            </a:r>
            <a:endParaRPr lang="en-US" sz="675" dirty="0"/>
          </a:p>
        </p:txBody>
      </p:sp>
      <p:sp>
        <p:nvSpPr>
          <p:cNvPr id="62" name="Text 60"/>
          <p:cNvSpPr/>
          <p:nvPr/>
        </p:nvSpPr>
        <p:spPr>
          <a:xfrm>
            <a:off x="6429375" y="3121176"/>
            <a:ext cx="2657475" cy="15423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79C0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"mfa_enabled"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: 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FF7B7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false</a:t>
            </a:r>
            <a:endParaRPr lang="en-US" sz="675" dirty="0"/>
          </a:p>
        </p:txBody>
      </p:sp>
      <p:sp>
        <p:nvSpPr>
          <p:cNvPr id="63" name="Text 61"/>
          <p:cNvSpPr/>
          <p:nvPr/>
        </p:nvSpPr>
        <p:spPr>
          <a:xfrm>
            <a:off x="6429375" y="3275409"/>
            <a:ext cx="2657475" cy="15423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}</a:t>
            </a:r>
            <a:endParaRPr lang="en-US" sz="675" dirty="0"/>
          </a:p>
        </p:txBody>
      </p:sp>
      <p:sp>
        <p:nvSpPr>
          <p:cNvPr id="64" name="Shape 6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61B22"/>
          </a:solidFill>
          <a:ln>
            <a:noFill/>
          </a:ln>
        </p:spPr>
      </p:sp>
      <p:sp>
        <p:nvSpPr>
          <p:cNvPr id="65" name="Shape 63"/>
          <p:cNvSpPr/>
          <p:nvPr/>
        </p:nvSpPr>
        <p:spPr>
          <a:xfrm>
            <a:off x="0" y="4914900"/>
            <a:ext cx="9144000" cy="7144"/>
          </a:xfrm>
          <a:prstGeom prst="rect">
            <a:avLst/>
          </a:prstGeom>
          <a:solidFill>
            <a:srgbClr val="30363D"/>
          </a:solidFill>
          <a:ln>
            <a:noFill/>
          </a:ln>
        </p:spPr>
      </p:sp>
      <p:sp>
        <p:nvSpPr>
          <p:cNvPr id="66" name="Text 64"/>
          <p:cNvSpPr/>
          <p:nvPr/>
        </p:nvSpPr>
        <p:spPr>
          <a:xfrm>
            <a:off x="214313" y="4979194"/>
            <a:ext cx="510207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19" u="none" dirty="0">
                <a:solidFill>
                  <a:srgbClr val="8B949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Connected</a:t>
            </a:r>
            <a:endParaRPr lang="en-US" sz="619" dirty="0"/>
          </a:p>
        </p:txBody>
      </p:sp>
      <p:sp>
        <p:nvSpPr>
          <p:cNvPr id="67" name="Shape 65"/>
          <p:cNvSpPr/>
          <p:nvPr/>
        </p:nvSpPr>
        <p:spPr>
          <a:xfrm>
            <a:off x="114300" y="5004197"/>
            <a:ext cx="57150" cy="57150"/>
          </a:xfrm>
          <a:prstGeom prst="ellipse">
            <a:avLst/>
          </a:prstGeom>
          <a:solidFill>
            <a:srgbClr val="3FB950"/>
          </a:solidFill>
          <a:ln>
            <a:noFill/>
          </a:ln>
        </p:spPr>
      </p:sp>
      <p:sp>
        <p:nvSpPr>
          <p:cNvPr id="68" name="Text 66"/>
          <p:cNvSpPr/>
          <p:nvPr/>
        </p:nvSpPr>
        <p:spPr>
          <a:xfrm>
            <a:off x="781669" y="4979194"/>
            <a:ext cx="698873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19" dirty="0">
                <a:solidFill>
                  <a:srgbClr val="8B949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Latency: 42ms</a:t>
            </a:r>
            <a:endParaRPr lang="en-US" sz="619" dirty="0"/>
          </a:p>
        </p:txBody>
      </p:sp>
      <p:sp>
        <p:nvSpPr>
          <p:cNvPr id="69" name="Text 67"/>
          <p:cNvSpPr/>
          <p:nvPr/>
        </p:nvSpPr>
        <p:spPr>
          <a:xfrm>
            <a:off x="1537692" y="4979194"/>
            <a:ext cx="887397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19" dirty="0">
                <a:solidFill>
                  <a:srgbClr val="8B949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Region: us-east-1</a:t>
            </a:r>
            <a:endParaRPr lang="en-US" sz="619" dirty="0"/>
          </a:p>
        </p:txBody>
      </p:sp>
      <p:sp>
        <p:nvSpPr>
          <p:cNvPr id="70" name="Text 68"/>
          <p:cNvSpPr/>
          <p:nvPr/>
        </p:nvSpPr>
        <p:spPr>
          <a:xfrm>
            <a:off x="7520726" y="4979194"/>
            <a:ext cx="1594699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19" dirty="0">
                <a:solidFill>
                  <a:srgbClr val="8B949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UTF-8   |   JSON   |   REST v2.4</a:t>
            </a:r>
            <a:endParaRPr lang="en-US" sz="619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record-slide_15-1781898602366</dc:title>
  <dc:subject>PptxGenJS Presentation</dc:subject>
  <dc:creator>PptxGenJS</dc:creator>
  <cp:lastModifiedBy>PptxGenJS</cp:lastModifiedBy>
  <cp:revision>1</cp:revision>
  <dcterms:created xsi:type="dcterms:W3CDTF">2026-06-19T19:50:04Z</dcterms:created>
  <dcterms:modified xsi:type="dcterms:W3CDTF">2026-06-19T19:50:04Z</dcterms:modified>
</cp:coreProperties>
</file>