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76152" y="285750"/>
            <a:ext cx="991624" cy="192881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3876127" y="285750"/>
            <a:ext cx="1391674" cy="1928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PROOF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2682121" y="578644"/>
            <a:ext cx="3779687" cy="3786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Trusted by 500+ Companies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700909" y="1000125"/>
            <a:ext cx="3742111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startups to Fortune 500, teams rely on us to power their workflows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1357313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4456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364456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1357313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Corp</a:t>
            </a:r>
            <a:endParaRPr lang="en-US" sz="844" dirty="0"/>
          </a:p>
        </p:txBody>
      </p:sp>
      <p:sp>
        <p:nvSpPr>
          <p:cNvPr id="10" name="Shape 8"/>
          <p:cNvSpPr/>
          <p:nvPr/>
        </p:nvSpPr>
        <p:spPr>
          <a:xfrm>
            <a:off x="2993231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0375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1DA1F2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3000375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2993231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DA1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</a:t>
            </a:r>
            <a:endParaRPr lang="en-US" sz="844" dirty="0"/>
          </a:p>
        </p:txBody>
      </p:sp>
      <p:sp>
        <p:nvSpPr>
          <p:cNvPr id="14" name="Shape 12"/>
          <p:cNvSpPr/>
          <p:nvPr/>
        </p:nvSpPr>
        <p:spPr>
          <a:xfrm>
            <a:off x="4629150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294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FF6900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4636294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629150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6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NovaTech</a:t>
            </a:r>
            <a:endParaRPr lang="en-US" sz="844" dirty="0"/>
          </a:p>
        </p:txBody>
      </p:sp>
      <p:sp>
        <p:nvSpPr>
          <p:cNvPr id="18" name="Shape 16"/>
          <p:cNvSpPr/>
          <p:nvPr/>
        </p:nvSpPr>
        <p:spPr>
          <a:xfrm>
            <a:off x="6265069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213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A66C2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6272213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6265069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A6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BlueShift</a:t>
            </a:r>
            <a:endParaRPr lang="en-US" sz="844" dirty="0"/>
          </a:p>
        </p:txBody>
      </p:sp>
      <p:sp>
        <p:nvSpPr>
          <p:cNvPr id="22" name="Shape 20"/>
          <p:cNvSpPr/>
          <p:nvPr/>
        </p:nvSpPr>
        <p:spPr>
          <a:xfrm>
            <a:off x="1357313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64456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7B68EE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1364456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357313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7B6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AI</a:t>
            </a:r>
            <a:endParaRPr lang="en-US" sz="844" dirty="0"/>
          </a:p>
        </p:txBody>
      </p:sp>
      <p:sp>
        <p:nvSpPr>
          <p:cNvPr id="26" name="Shape 24"/>
          <p:cNvSpPr/>
          <p:nvPr/>
        </p:nvSpPr>
        <p:spPr>
          <a:xfrm>
            <a:off x="2993231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0375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E11D48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000375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2993231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RedPanda</a:t>
            </a:r>
            <a:endParaRPr lang="en-US" sz="844" dirty="0"/>
          </a:p>
        </p:txBody>
      </p:sp>
      <p:sp>
        <p:nvSpPr>
          <p:cNvPr id="30" name="Shape 28"/>
          <p:cNvSpPr/>
          <p:nvPr/>
        </p:nvSpPr>
        <p:spPr>
          <a:xfrm>
            <a:off x="4629150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6294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4636294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4629150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EverGreen</a:t>
            </a:r>
            <a:endParaRPr lang="en-US" sz="844" dirty="0"/>
          </a:p>
        </p:txBody>
      </p:sp>
      <p:sp>
        <p:nvSpPr>
          <p:cNvPr id="34" name="Shape 32"/>
          <p:cNvSpPr/>
          <p:nvPr/>
        </p:nvSpPr>
        <p:spPr>
          <a:xfrm>
            <a:off x="6265069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213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6272213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6265069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VioletLab</a:t>
            </a:r>
            <a:endParaRPr lang="en-US" sz="844" dirty="0"/>
          </a:p>
        </p:txBody>
      </p:sp>
      <p:sp>
        <p:nvSpPr>
          <p:cNvPr id="38" name="Shape 36"/>
          <p:cNvSpPr/>
          <p:nvPr/>
        </p:nvSpPr>
        <p:spPr>
          <a:xfrm>
            <a:off x="1357313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64456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1364456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1357313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SunForge</a:t>
            </a:r>
            <a:endParaRPr lang="en-US" sz="844" dirty="0"/>
          </a:p>
        </p:txBody>
      </p:sp>
      <p:sp>
        <p:nvSpPr>
          <p:cNvPr id="42" name="Shape 40"/>
          <p:cNvSpPr/>
          <p:nvPr/>
        </p:nvSpPr>
        <p:spPr>
          <a:xfrm>
            <a:off x="2993231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00375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3000375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2993231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AquaFlow</a:t>
            </a:r>
            <a:endParaRPr lang="en-US" sz="844" dirty="0"/>
          </a:p>
        </p:txBody>
      </p:sp>
      <p:sp>
        <p:nvSpPr>
          <p:cNvPr id="46" name="Shape 44"/>
          <p:cNvSpPr/>
          <p:nvPr/>
        </p:nvSpPr>
        <p:spPr>
          <a:xfrm>
            <a:off x="4629150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36294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EC4899"/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4636294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4629150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PinkCloud</a:t>
            </a:r>
            <a:endParaRPr lang="en-US" sz="844" dirty="0"/>
          </a:p>
        </p:txBody>
      </p:sp>
      <p:sp>
        <p:nvSpPr>
          <p:cNvPr id="50" name="Shape 48"/>
          <p:cNvSpPr/>
          <p:nvPr/>
        </p:nvSpPr>
        <p:spPr>
          <a:xfrm>
            <a:off x="6265069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213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6272213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6265069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TealStack</a:t>
            </a:r>
            <a:endParaRPr lang="en-US" sz="844" dirty="0"/>
          </a:p>
        </p:txBody>
      </p:sp>
      <p:sp>
        <p:nvSpPr>
          <p:cNvPr id="54" name="Text 52"/>
          <p:cNvSpPr/>
          <p:nvPr/>
        </p:nvSpPr>
        <p:spPr>
          <a:xfrm>
            <a:off x="1465612" y="3321844"/>
            <a:ext cx="120015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463" dirty="0"/>
          </a:p>
        </p:txBody>
      </p:sp>
      <p:sp>
        <p:nvSpPr>
          <p:cNvPr id="55" name="Text 53"/>
          <p:cNvSpPr/>
          <p:nvPr/>
        </p:nvSpPr>
        <p:spPr>
          <a:xfrm>
            <a:off x="1207151" y="3564731"/>
            <a:ext cx="171692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 / 5 average rating</a:t>
            </a:r>
            <a:endParaRPr lang="en-US" sz="1238" dirty="0"/>
          </a:p>
        </p:txBody>
      </p:sp>
      <p:sp>
        <p:nvSpPr>
          <p:cNvPr id="56" name="Text 54"/>
          <p:cNvSpPr/>
          <p:nvPr/>
        </p:nvSpPr>
        <p:spPr>
          <a:xfrm>
            <a:off x="1238083" y="3764756"/>
            <a:ext cx="1654993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verified customer reviews</a:t>
            </a:r>
            <a:endParaRPr lang="en-US" sz="731" dirty="0"/>
          </a:p>
        </p:txBody>
      </p:sp>
      <p:sp>
        <p:nvSpPr>
          <p:cNvPr id="57" name="Shape 55"/>
          <p:cNvSpPr/>
          <p:nvPr/>
        </p:nvSpPr>
        <p:spPr>
          <a:xfrm>
            <a:off x="3181326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3488507" y="3396853"/>
            <a:ext cx="1042630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10,000+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488507" y="3689747"/>
            <a:ext cx="10426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Reviews</a:t>
            </a:r>
            <a:endParaRPr lang="en-US" sz="731" dirty="0"/>
          </a:p>
        </p:txBody>
      </p:sp>
      <p:sp>
        <p:nvSpPr>
          <p:cNvPr id="60" name="Shape 58"/>
          <p:cNvSpPr/>
          <p:nvPr/>
        </p:nvSpPr>
        <p:spPr>
          <a:xfrm>
            <a:off x="4831175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5181219" y="3493294"/>
            <a:ext cx="918972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5395532" y="3493294"/>
            <a:ext cx="70465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Certified</a:t>
            </a:r>
            <a:endParaRPr lang="en-US" sz="619" dirty="0"/>
          </a:p>
        </p:txBody>
      </p:sp>
      <p:sp>
        <p:nvSpPr>
          <p:cNvPr id="63" name="Shape 61"/>
          <p:cNvSpPr/>
          <p:nvPr/>
        </p:nvSpPr>
        <p:spPr>
          <a:xfrm>
            <a:off x="5295519" y="3571875"/>
            <a:ext cx="57150" cy="5715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4" name="Shape 62"/>
          <p:cNvSpPr/>
          <p:nvPr/>
        </p:nvSpPr>
        <p:spPr>
          <a:xfrm>
            <a:off x="6185916" y="3493294"/>
            <a:ext cx="953548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6400229" y="3493294"/>
            <a:ext cx="739235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Compliant</a:t>
            </a:r>
            <a:endParaRPr lang="en-US" sz="619" dirty="0"/>
          </a:p>
        </p:txBody>
      </p:sp>
      <p:sp>
        <p:nvSpPr>
          <p:cNvPr id="66" name="Shape 64"/>
          <p:cNvSpPr/>
          <p:nvPr/>
        </p:nvSpPr>
        <p:spPr>
          <a:xfrm>
            <a:off x="6300216" y="35718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7" name="Shape 65"/>
          <p:cNvSpPr/>
          <p:nvPr/>
        </p:nvSpPr>
        <p:spPr>
          <a:xfrm>
            <a:off x="7225260" y="3493294"/>
            <a:ext cx="711589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8" name="Text 66"/>
          <p:cNvSpPr/>
          <p:nvPr/>
        </p:nvSpPr>
        <p:spPr>
          <a:xfrm>
            <a:off x="7439573" y="3493294"/>
            <a:ext cx="497276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619" dirty="0"/>
          </a:p>
        </p:txBody>
      </p:sp>
      <p:sp>
        <p:nvSpPr>
          <p:cNvPr id="69" name="Shape 67"/>
          <p:cNvSpPr/>
          <p:nvPr/>
        </p:nvSpPr>
        <p:spPr>
          <a:xfrm>
            <a:off x="7339560" y="3571875"/>
            <a:ext cx="57150" cy="571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record-slide_14-1781898602311</dc:title>
  <dc:subject>PptxGenJS Presentation</dc:subject>
  <dc:creator>PptxGenJS</dc:creator>
  <cp:lastModifiedBy>PptxGenJS</cp:lastModifiedBy>
  <cp:revision>1</cp:revision>
  <dcterms:created xsi:type="dcterms:W3CDTF">2026-06-19T19:50:04Z</dcterms:created>
  <dcterms:modified xsi:type="dcterms:W3CDTF">2026-06-19T19:50:04Z</dcterms:modified>
</cp:coreProperties>
</file>