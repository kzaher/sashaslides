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195395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8029789" y="246459"/>
            <a:ext cx="771311" cy="207169"/>
          </a:xfrm>
          <a:prstGeom prst="roundRect">
            <a:avLst>
              <a:gd name="adj" fmla="val 27586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7872627" y="246459"/>
            <a:ext cx="1085636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 2025-26</a:t>
            </a:r>
            <a:endParaRPr lang="en-US" sz="788" dirty="0"/>
          </a:p>
        </p:txBody>
      </p:sp>
      <p:sp>
        <p:nvSpPr>
          <p:cNvPr id="5" name="Shape 3"/>
          <p:cNvSpPr/>
          <p:nvPr/>
        </p:nvSpPr>
        <p:spPr>
          <a:xfrm>
            <a:off x="34290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342900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485775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485775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30861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871538" y="4386263"/>
            <a:ext cx="657368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$1.84M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871538" y="4586288"/>
            <a:ext cx="65736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71538" y="4700588"/>
            <a:ext cx="6573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24% YoY</a:t>
            </a:r>
            <a:endParaRPr lang="en-US" sz="619" dirty="0"/>
          </a:p>
        </p:txBody>
      </p:sp>
      <p:sp>
        <p:nvSpPr>
          <p:cNvPr id="13" name="Shape 11"/>
          <p:cNvSpPr/>
          <p:nvPr/>
        </p:nvSpPr>
        <p:spPr>
          <a:xfrm>
            <a:off x="248602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602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486025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2628900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2628900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014663" y="4386263"/>
            <a:ext cx="69923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$1.22M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3014663" y="4586288"/>
            <a:ext cx="69923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Expenses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014663" y="4700588"/>
            <a:ext cx="69923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8% YoY</a:t>
            </a:r>
            <a:endParaRPr lang="en-US" sz="619" dirty="0"/>
          </a:p>
        </p:txBody>
      </p:sp>
      <p:sp>
        <p:nvSpPr>
          <p:cNvPr id="21" name="Shape 19"/>
          <p:cNvSpPr/>
          <p:nvPr/>
        </p:nvSpPr>
        <p:spPr>
          <a:xfrm>
            <a:off x="462915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915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4629150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4772025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4772025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157788" y="4386263"/>
            <a:ext cx="55735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$620K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5157788" y="4586288"/>
            <a:ext cx="55735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157788" y="4700588"/>
            <a:ext cx="55735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58% YoY</a:t>
            </a:r>
            <a:endParaRPr lang="en-US" sz="619" dirty="0"/>
          </a:p>
        </p:txBody>
      </p:sp>
      <p:sp>
        <p:nvSpPr>
          <p:cNvPr id="29" name="Shape 27"/>
          <p:cNvSpPr/>
          <p:nvPr/>
        </p:nvSpPr>
        <p:spPr>
          <a:xfrm>
            <a:off x="677227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7227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6772275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6915150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6915150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30861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7300913" y="4386263"/>
            <a:ext cx="60779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33.7%</a:t>
            </a:r>
            <a:endParaRPr lang="en-US" sz="1238" dirty="0"/>
          </a:p>
        </p:txBody>
      </p:sp>
      <p:sp>
        <p:nvSpPr>
          <p:cNvPr id="35" name="Text 33"/>
          <p:cNvSpPr/>
          <p:nvPr/>
        </p:nvSpPr>
        <p:spPr>
          <a:xfrm>
            <a:off x="7300913" y="4586288"/>
            <a:ext cx="60779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Margin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300913" y="4700588"/>
            <a:ext cx="60779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7.2pp YoY</a:t>
            </a:r>
            <a:endParaRPr lang="en-US" sz="619" dirty="0"/>
          </a:p>
        </p:txBody>
      </p:sp>
      <p:sp>
        <p:nvSpPr>
          <p:cNvPr id="37" name="Shape 35"/>
          <p:cNvSpPr/>
          <p:nvPr/>
        </p:nvSpPr>
        <p:spPr>
          <a:xfrm>
            <a:off x="342900" y="614363"/>
            <a:ext cx="8458200" cy="349329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2925" y="785813"/>
            <a:ext cx="1925669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0370" y="803672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6846070" y="821531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7567589" y="803672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7453289" y="821531"/>
            <a:ext cx="71438" cy="71438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8216741" y="803672"/>
            <a:ext cx="47005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8102441" y="821531"/>
            <a:ext cx="71438" cy="7143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57200" y="1042988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$500K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457200" y="1570196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$400K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457200" y="2097334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$300K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457200" y="2624685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$200K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457200" y="3151823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$100K</a:t>
            </a:r>
            <a:endParaRPr lang="en-US" sz="619" dirty="0"/>
          </a:p>
        </p:txBody>
      </p:sp>
      <p:sp>
        <p:nvSpPr>
          <p:cNvPr id="50" name="Text 48"/>
          <p:cNvSpPr/>
          <p:nvPr/>
        </p:nvSpPr>
        <p:spPr>
          <a:xfrm>
            <a:off x="457200" y="3679031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$0</a:t>
            </a:r>
            <a:endParaRPr lang="en-US" sz="619" dirty="0"/>
          </a:p>
        </p:txBody>
      </p:sp>
      <p:sp>
        <p:nvSpPr>
          <p:cNvPr id="51" name="Shape 49"/>
          <p:cNvSpPr/>
          <p:nvPr/>
        </p:nvSpPr>
        <p:spPr>
          <a:xfrm>
            <a:off x="928688" y="1042988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928688" y="1046559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8688" y="1590127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928688" y="1593699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688" y="2137339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928688" y="2140910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8688" y="2684621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928688" y="2688193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8688" y="3231761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928688" y="3235333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8688" y="3779044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928688" y="3782616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82210" y="3671888"/>
            <a:ext cx="34147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3150965" y="3671888"/>
            <a:ext cx="3586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4627793" y="3671888"/>
            <a:ext cx="3596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6103977" y="3671888"/>
            <a:ext cx="36211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7590449" y="3671888"/>
            <a:ext cx="34382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75" dirty="0"/>
          </a:p>
        </p:txBody>
      </p:sp>
      <p:sp>
        <p:nvSpPr>
          <p:cNvPr id="68" name="Shape 66"/>
          <p:cNvSpPr/>
          <p:nvPr/>
        </p:nvSpPr>
        <p:spPr>
          <a:xfrm>
            <a:off x="1813655" y="3141321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71409" y="2867787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29163" y="2594110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86845" y="2211134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644598" y="1882735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 rot="21120000">
            <a:off x="1842445" y="3075670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 rot="21120000">
            <a:off x="3300198" y="2802065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 rot="21000001">
            <a:off x="4753987" y="2503241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 rot="21060001">
            <a:off x="6213741" y="2132838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record-slide_10-1781898599697</dc:title>
  <dc:subject>PptxGenJS Presentation</dc:subject>
  <dc:creator>PptxGenJS</dc:creator>
  <cp:lastModifiedBy>PptxGenJS</cp:lastModifiedBy>
  <cp:revision>1</cp:revision>
  <dcterms:created xsi:type="dcterms:W3CDTF">2026-06-19T19:50:02Z</dcterms:created>
  <dcterms:modified xsi:type="dcterms:W3CDTF">2026-06-19T19:50:02Z</dcterms:modified>
</cp:coreProperties>
</file>