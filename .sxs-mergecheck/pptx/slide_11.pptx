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8" y="228600"/>
            <a:ext cx="8658225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SWOT Analysis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242888" y="714375"/>
            <a:ext cx="8658225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Planning Framework — Q2 2026 Review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85750" y="1050131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E8F5E9"/>
          </a:solidFill>
          <a:ln w="14288" algn="in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0038" y="1064419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300038" y="1092994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00063" y="1235869"/>
            <a:ext cx="257175" cy="257175"/>
          </a:xfrm>
          <a:prstGeom prst="ellipse">
            <a:avLst/>
          </a:prstGeom>
          <a:solidFill>
            <a:srgbClr val="4CAF50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500063" y="123586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842963" y="1278731"/>
            <a:ext cx="772311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00063" y="1593056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Market-leading product with 98% uptime SLA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brand recognition in enterprise segment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Experienced engineering team (avg 8yr tenure)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ML pipeline with 3 patents filed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4643438" y="1050131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FFEBEE"/>
          </a:solidFill>
          <a:ln w="14288" algn="in">
            <a:solidFill>
              <a:srgbClr val="E539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57725" y="1064419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E53935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4657725" y="1092994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FFEBEE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4857750" y="1235869"/>
            <a:ext cx="257175" cy="257175"/>
          </a:xfrm>
          <a:prstGeom prst="ellipse">
            <a:avLst/>
          </a:prstGeom>
          <a:solidFill>
            <a:srgbClr val="E53935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4857750" y="123586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5200650" y="1278731"/>
            <a:ext cx="978479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Weaknesses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857750" y="1593056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customer acquisition cost ($420 CAC)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presence in APAC markets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Legacy codebase slowing feature velocity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Dependency on single cloud provider (AWS)</a:t>
            </a:r>
            <a:endParaRPr lang="en-US" sz="788" dirty="0"/>
          </a:p>
        </p:txBody>
      </p:sp>
      <p:sp>
        <p:nvSpPr>
          <p:cNvPr id="18" name="Shape 16"/>
          <p:cNvSpPr/>
          <p:nvPr/>
        </p:nvSpPr>
        <p:spPr>
          <a:xfrm>
            <a:off x="285750" y="3053953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E3F2FD"/>
          </a:solidFill>
          <a:ln w="14288" algn="in">
            <a:solidFill>
              <a:srgbClr val="1E88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0038" y="3068241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1E88E5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300038" y="3096816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500063" y="3239691"/>
            <a:ext cx="257175" cy="257175"/>
          </a:xfrm>
          <a:prstGeom prst="ellipse">
            <a:avLst/>
          </a:prstGeom>
          <a:solidFill>
            <a:srgbClr val="1E88E5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500063" y="323969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842963" y="3282553"/>
            <a:ext cx="1049703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Opportunities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00063" y="3596878"/>
            <a:ext cx="3786188" cy="621506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AI/ML integration demand growing 34% YoY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Competitor exit from mid-market opens gap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partnership with Salesforce ecosystem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4643438" y="3053953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FFF3E0"/>
          </a:solidFill>
          <a:ln w="14288" algn="in">
            <a:solidFill>
              <a:srgbClr val="FB8C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7725" y="3068241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FB8C00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4657725" y="3096816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4857750" y="3239691"/>
            <a:ext cx="257175" cy="257175"/>
          </a:xfrm>
          <a:prstGeom prst="ellipse">
            <a:avLst/>
          </a:prstGeom>
          <a:solidFill>
            <a:srgbClr val="FB8C00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4857750" y="323969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5200650" y="3282553"/>
            <a:ext cx="625507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E651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4857750" y="3596878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entrant with $50M Series B funding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changes in EU data sovereignty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Economic downturn reducing enterprise budgets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alternatives gaining traction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record-slide_11-1781898599706</dc:title>
  <dc:subject>PptxGenJS Presentation</dc:subject>
  <dc:creator>PptxGenJS</dc:creator>
  <cp:lastModifiedBy>PptxGenJS</cp:lastModifiedBy>
  <cp:revision>1</cp:revision>
  <dcterms:created xsi:type="dcterms:W3CDTF">2026-06-19T19:50:02Z</dcterms:created>
  <dcterms:modified xsi:type="dcterms:W3CDTF">2026-06-19T19:50:02Z</dcterms:modified>
</cp:coreProperties>
</file>