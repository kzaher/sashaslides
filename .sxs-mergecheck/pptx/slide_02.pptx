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594" y="228600"/>
            <a:ext cx="200446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Team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64856" y="1707356"/>
            <a:ext cx="14288" cy="4286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857375" y="1907381"/>
            <a:ext cx="5429250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1857375" y="1914525"/>
            <a:ext cx="5429250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7375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564856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286625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857375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4564856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7286625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1214438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214438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29063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3929063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3688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6643688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443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250031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92906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21493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664368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792956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786188" y="707231"/>
            <a:ext cx="1571625" cy="1377172"/>
          </a:xfrm>
          <a:prstGeom prst="roundRect">
            <a:avLst>
              <a:gd name="adj" fmla="val 415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86188" y="707231"/>
            <a:ext cx="1571625" cy="1377172"/>
          </a:xfrm>
          <a:prstGeom prst="roundRect">
            <a:avLst>
              <a:gd name="adj" fmla="val 415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786188" y="735806"/>
            <a:ext cx="1571625" cy="1348597"/>
          </a:xfrm>
          <a:prstGeom prst="roundRect">
            <a:avLst>
              <a:gd name="adj" fmla="val 42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GRAD_0"/>
          <p:cNvSpPr/>
          <p:nvPr/>
        </p:nvSpPr>
        <p:spPr>
          <a:xfrm>
            <a:off x="4314825" y="850106"/>
            <a:ext cx="514350" cy="514350"/>
          </a:xfrm>
          <a:prstGeom prst="ellipse">
            <a:avLst/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14825" y="850106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57625" y="14358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57625" y="15930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Chief Executive Officer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3900488" y="17502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 years in tech leadership. Previously CTO at ScaleUp Inc.</a:t>
            </a:r>
            <a:endParaRPr lang="en-US" sz="619" dirty="0"/>
          </a:p>
        </p:txBody>
      </p:sp>
      <p:sp>
        <p:nvSpPr>
          <p:cNvPr id="32" name="Shape 30"/>
          <p:cNvSpPr/>
          <p:nvPr/>
        </p:nvSpPr>
        <p:spPr>
          <a:xfrm>
            <a:off x="107156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7156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1071563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GRAD_1"/>
          <p:cNvSpPr/>
          <p:nvPr/>
        </p:nvSpPr>
        <p:spPr>
          <a:xfrm>
            <a:off x="1628775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628775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143000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Marcus Rivera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Engineering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1185863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 team of 45 engineers across platform and infra.</a:t>
            </a:r>
            <a:endParaRPr lang="en-US" sz="619" dirty="0"/>
          </a:p>
        </p:txBody>
      </p:sp>
      <p:sp>
        <p:nvSpPr>
          <p:cNvPr id="40" name="Shape 38"/>
          <p:cNvSpPr/>
          <p:nvPr/>
        </p:nvSpPr>
        <p:spPr>
          <a:xfrm>
            <a:off x="3786188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86188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3786188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GRAD_2"/>
          <p:cNvSpPr/>
          <p:nvPr/>
        </p:nvSpPr>
        <p:spPr>
          <a:xfrm>
            <a:off x="4343400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343400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3857625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Jessica Park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57625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Product</a:t>
            </a:r>
            <a:endParaRPr lang="en-US" sz="731" dirty="0"/>
          </a:p>
        </p:txBody>
      </p:sp>
      <p:sp>
        <p:nvSpPr>
          <p:cNvPr id="47" name="Text 45"/>
          <p:cNvSpPr/>
          <p:nvPr/>
        </p:nvSpPr>
        <p:spPr>
          <a:xfrm>
            <a:off x="3900488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visionary driving roadmap and go-to-market strategy.</a:t>
            </a:r>
            <a:endParaRPr lang="en-US" sz="619" dirty="0"/>
          </a:p>
        </p:txBody>
      </p:sp>
      <p:sp>
        <p:nvSpPr>
          <p:cNvPr id="48" name="Shape 46"/>
          <p:cNvSpPr/>
          <p:nvPr/>
        </p:nvSpPr>
        <p:spPr>
          <a:xfrm>
            <a:off x="650081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50081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6500813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1" name="GRAD_3"/>
          <p:cNvSpPr/>
          <p:nvPr/>
        </p:nvSpPr>
        <p:spPr>
          <a:xfrm>
            <a:off x="7058025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58025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572250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 Kim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72250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Sales</a:t>
            </a:r>
            <a:endParaRPr lang="en-US" sz="731" dirty="0"/>
          </a:p>
        </p:txBody>
      </p:sp>
      <p:sp>
        <p:nvSpPr>
          <p:cNvPr id="55" name="Text 53"/>
          <p:cNvSpPr/>
          <p:nvPr/>
        </p:nvSpPr>
        <p:spPr>
          <a:xfrm>
            <a:off x="6615113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revenue 3x in 18 months. Enterprise sales expert.</a:t>
            </a:r>
            <a:endParaRPr lang="en-US" sz="619" dirty="0"/>
          </a:p>
        </p:txBody>
      </p:sp>
      <p:sp>
        <p:nvSpPr>
          <p:cNvPr id="56" name="Shape 54"/>
          <p:cNvSpPr/>
          <p:nvPr/>
        </p:nvSpPr>
        <p:spPr>
          <a:xfrm>
            <a:off x="6429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29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66436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72151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T.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72151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Manager</a:t>
            </a:r>
            <a:endParaRPr lang="en-US" sz="619" dirty="0"/>
          </a:p>
        </p:txBody>
      </p:sp>
      <p:sp>
        <p:nvSpPr>
          <p:cNvPr id="61" name="Shape 59"/>
          <p:cNvSpPr/>
          <p:nvPr/>
        </p:nvSpPr>
        <p:spPr>
          <a:xfrm>
            <a:off x="192881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92881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195024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200739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S.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200739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Engineer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33575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575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337899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9" name="Text 67"/>
          <p:cNvSpPr/>
          <p:nvPr/>
        </p:nvSpPr>
        <p:spPr>
          <a:xfrm>
            <a:off x="343614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 W.</a:t>
            </a:r>
            <a:endParaRPr lang="en-US" sz="731" dirty="0"/>
          </a:p>
        </p:txBody>
      </p:sp>
      <p:sp>
        <p:nvSpPr>
          <p:cNvPr id="70" name="Text 68"/>
          <p:cNvSpPr/>
          <p:nvPr/>
        </p:nvSpPr>
        <p:spPr>
          <a:xfrm>
            <a:off x="343614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Lead</a:t>
            </a:r>
            <a:endParaRPr lang="en-US" sz="619" dirty="0"/>
          </a:p>
        </p:txBody>
      </p:sp>
      <p:sp>
        <p:nvSpPr>
          <p:cNvPr id="71" name="Shape 69"/>
          <p:cNvSpPr/>
          <p:nvPr/>
        </p:nvSpPr>
        <p:spPr>
          <a:xfrm>
            <a:off x="46434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434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466486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4" name="Text 72"/>
          <p:cNvSpPr/>
          <p:nvPr/>
        </p:nvSpPr>
        <p:spPr>
          <a:xfrm>
            <a:off x="472201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Lisa M.</a:t>
            </a:r>
            <a:endParaRPr lang="en-US" sz="731" dirty="0"/>
          </a:p>
        </p:txBody>
      </p:sp>
      <p:sp>
        <p:nvSpPr>
          <p:cNvPr id="75" name="Text 73"/>
          <p:cNvSpPr/>
          <p:nvPr/>
        </p:nvSpPr>
        <p:spPr>
          <a:xfrm>
            <a:off x="472201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Director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07218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07218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609361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9" name="Text 77"/>
          <p:cNvSpPr/>
          <p:nvPr/>
        </p:nvSpPr>
        <p:spPr>
          <a:xfrm>
            <a:off x="615076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Ryan B.</a:t>
            </a:r>
            <a:endParaRPr lang="en-US" sz="731" dirty="0"/>
          </a:p>
        </p:txBody>
      </p:sp>
      <p:sp>
        <p:nvSpPr>
          <p:cNvPr id="80" name="Text 78"/>
          <p:cNvSpPr/>
          <p:nvPr/>
        </p:nvSpPr>
        <p:spPr>
          <a:xfrm>
            <a:off x="615076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Director</a:t>
            </a:r>
            <a:endParaRPr lang="en-US" sz="619" dirty="0"/>
          </a:p>
        </p:txBody>
      </p:sp>
      <p:sp>
        <p:nvSpPr>
          <p:cNvPr id="81" name="Shape 79"/>
          <p:cNvSpPr/>
          <p:nvPr/>
        </p:nvSpPr>
        <p:spPr>
          <a:xfrm>
            <a:off x="73580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3580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83" name="Shape 81"/>
          <p:cNvSpPr/>
          <p:nvPr/>
        </p:nvSpPr>
        <p:spPr>
          <a:xfrm>
            <a:off x="737949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743664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Nina K.</a:t>
            </a:r>
            <a:endParaRPr lang="en-US" sz="731" dirty="0"/>
          </a:p>
        </p:txBody>
      </p:sp>
      <p:sp>
        <p:nvSpPr>
          <p:cNvPr id="85" name="Text 83"/>
          <p:cNvSpPr/>
          <p:nvPr/>
        </p:nvSpPr>
        <p:spPr>
          <a:xfrm>
            <a:off x="743664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Exec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record-slide_02-1781898593909</dc:title>
  <dc:subject>PptxGenJS Presentation</dc:subject>
  <dc:creator>PptxGenJS</dc:creator>
  <cp:lastModifiedBy>PptxGenJS</cp:lastModifiedBy>
  <cp:revision>1</cp:revision>
  <dcterms:created xsi:type="dcterms:W3CDTF">2026-06-19T19:49:56Z</dcterms:created>
  <dcterms:modified xsi:type="dcterms:W3CDTF">2026-06-19T19:49:56Z</dcterms:modified>
</cp:coreProperties>
</file>