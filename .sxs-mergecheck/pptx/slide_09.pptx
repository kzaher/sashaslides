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450056"/>
            <a:ext cx="914400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" name="Text 2"/>
          <p:cNvSpPr/>
          <p:nvPr/>
        </p:nvSpPr>
        <p:spPr>
          <a:xfrm>
            <a:off x="342900" y="117872"/>
            <a:ext cx="1331166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Daily Insight</a:t>
            </a:r>
            <a:endParaRPr lang="en-US" sz="1238" dirty="0"/>
          </a:p>
        </p:txBody>
      </p:sp>
      <p:sp>
        <p:nvSpPr>
          <p:cNvPr id="5" name="Shape 3"/>
          <p:cNvSpPr/>
          <p:nvPr/>
        </p:nvSpPr>
        <p:spPr>
          <a:xfrm>
            <a:off x="3489865" y="150019"/>
            <a:ext cx="282535" cy="1500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3489865" y="285750"/>
            <a:ext cx="282535" cy="14288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3489865" y="150019"/>
            <a:ext cx="368260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u="sng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3943779" y="150019"/>
            <a:ext cx="645652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4675156" y="150019"/>
            <a:ext cx="517350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5278231" y="150019"/>
            <a:ext cx="417909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788" dirty="0"/>
          </a:p>
        </p:txBody>
      </p:sp>
      <p:sp>
        <p:nvSpPr>
          <p:cNvPr id="11" name="Text 9"/>
          <p:cNvSpPr/>
          <p:nvPr/>
        </p:nvSpPr>
        <p:spPr>
          <a:xfrm>
            <a:off x="5781866" y="150019"/>
            <a:ext cx="468701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</a:t>
            </a:r>
            <a:endParaRPr lang="en-US" sz="788" dirty="0"/>
          </a:p>
        </p:txBody>
      </p:sp>
      <p:sp>
        <p:nvSpPr>
          <p:cNvPr id="12" name="Shape 10"/>
          <p:cNvSpPr/>
          <p:nvPr/>
        </p:nvSpPr>
        <p:spPr>
          <a:xfrm>
            <a:off x="8066294" y="114300"/>
            <a:ext cx="734806" cy="221456"/>
          </a:xfrm>
          <a:prstGeom prst="roundRect">
            <a:avLst>
              <a:gd name="adj" fmla="val 25806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7916275" y="114300"/>
            <a:ext cx="1034844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342900" y="2828925"/>
            <a:ext cx="470494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42900" y="2993231"/>
            <a:ext cx="4619220" cy="51992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75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Next Frontier: How Multimodal AI Is Reshaping Creative Industries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342900" y="3584591"/>
            <a:ext cx="4619220" cy="47984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generative design tools to AI co-pilots for filmmakers, the convergence of vision, language, and audio models is creating entirely new creative workflows that were unimaginable two years ago.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342900" y="4164449"/>
            <a:ext cx="77474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Sarah Mitchell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1131927" y="4203740"/>
            <a:ext cx="28575" cy="28575"/>
          </a:xfrm>
          <a:prstGeom prst="ellips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246227" y="4164449"/>
            <a:ext cx="62965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12, 2026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1890165" y="4203740"/>
            <a:ext cx="28575" cy="28575"/>
          </a:xfrm>
          <a:prstGeom prst="ellips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2004465" y="4164449"/>
            <a:ext cx="51577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min read</a:t>
            </a:r>
            <a:endParaRPr lang="en-US" sz="675" dirty="0"/>
          </a:p>
        </p:txBody>
      </p:sp>
      <p:sp>
        <p:nvSpPr>
          <p:cNvPr id="22" name="GRAD_0"/>
          <p:cNvSpPr/>
          <p:nvPr/>
        </p:nvSpPr>
        <p:spPr>
          <a:xfrm>
            <a:off x="342900" y="685800"/>
            <a:ext cx="4619220" cy="200025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E0E7FF"/>
              </a:gs>
              <a:gs pos="50000">
                <a:srgbClr val="C7D2FE"/>
              </a:gs>
              <a:gs pos="100000">
                <a:srgbClr val="A5B4FC"/>
              </a:gs>
            </a:gsLst>
            <a:lin ang="2700000" scaled="0"/>
          </a:gra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2177201" y="1475184"/>
            <a:ext cx="1036272" cy="4214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A7AF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457200" y="800100"/>
            <a:ext cx="580858" cy="157163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342900" y="800100"/>
            <a:ext cx="809458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FEATURED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5247870" y="685800"/>
            <a:ext cx="363895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TRENDING NOW</a:t>
            </a:r>
            <a:endParaRPr lang="en-US" sz="731" dirty="0"/>
          </a:p>
        </p:txBody>
      </p:sp>
      <p:sp>
        <p:nvSpPr>
          <p:cNvPr id="27" name="Shape 25"/>
          <p:cNvSpPr/>
          <p:nvPr/>
        </p:nvSpPr>
        <p:spPr>
          <a:xfrm>
            <a:off x="5247870" y="942975"/>
            <a:ext cx="3553230" cy="785813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4000"/>
              </a:srgbClr>
            </a:outerShdw>
          </a:effectLst>
        </p:spPr>
      </p:sp>
      <p:sp>
        <p:nvSpPr>
          <p:cNvPr id="28" name="GRAD_1"/>
          <p:cNvSpPr/>
          <p:nvPr/>
        </p:nvSpPr>
        <p:spPr>
          <a:xfrm>
            <a:off x="5355026" y="1050131"/>
            <a:ext cx="571500" cy="5715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ECACA"/>
              </a:gs>
              <a:gs pos="100000">
                <a:srgbClr val="FCA5A5"/>
              </a:gs>
            </a:gsLst>
            <a:lin ang="2700000" scaled="0"/>
          </a:gra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6026539" y="1137642"/>
            <a:ext cx="2490811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STARTUPS</a:t>
            </a:r>
            <a:endParaRPr lang="en-US" sz="563" dirty="0"/>
          </a:p>
        </p:txBody>
      </p:sp>
      <p:sp>
        <p:nvSpPr>
          <p:cNvPr id="30" name="Text 28"/>
          <p:cNvSpPr/>
          <p:nvPr/>
        </p:nvSpPr>
        <p:spPr>
          <a:xfrm>
            <a:off x="6026539" y="1251942"/>
            <a:ext cx="249081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B Funding Hits Record $4.2B in Q1 2026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5983676" y="1419820"/>
            <a:ext cx="2490811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6026539" y="1419820"/>
            <a:ext cx="2490811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more</a:t>
            </a:r>
            <a:endParaRPr lang="en-US" sz="731" dirty="0"/>
          </a:p>
        </p:txBody>
      </p:sp>
      <p:sp>
        <p:nvSpPr>
          <p:cNvPr id="33" name="Shape 31"/>
          <p:cNvSpPr/>
          <p:nvPr/>
        </p:nvSpPr>
        <p:spPr>
          <a:xfrm>
            <a:off x="5247870" y="1843088"/>
            <a:ext cx="3553230" cy="785813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4000"/>
              </a:srgbClr>
            </a:outerShdw>
          </a:effectLst>
        </p:spPr>
      </p:sp>
      <p:sp>
        <p:nvSpPr>
          <p:cNvPr id="34" name="GRAD_2"/>
          <p:cNvSpPr/>
          <p:nvPr/>
        </p:nvSpPr>
        <p:spPr>
          <a:xfrm>
            <a:off x="5355026" y="1950244"/>
            <a:ext cx="571500" cy="5715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BBF7D0"/>
              </a:gs>
              <a:gs pos="100000">
                <a:srgbClr val="86EFAC"/>
              </a:gs>
            </a:gsLst>
            <a:lin ang="2700000" scaled="0"/>
          </a:gra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6026539" y="1968103"/>
            <a:ext cx="275313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SUSTAINABILITY</a:t>
            </a:r>
            <a:endParaRPr lang="en-US" sz="563" dirty="0"/>
          </a:p>
        </p:txBody>
      </p:sp>
      <p:sp>
        <p:nvSpPr>
          <p:cNvPr id="36" name="Text 34"/>
          <p:cNvSpPr/>
          <p:nvPr/>
        </p:nvSpPr>
        <p:spPr>
          <a:xfrm>
            <a:off x="6026539" y="2082403"/>
            <a:ext cx="2667405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Carbon-Negative Data Centers: The New Industry Standard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5983676" y="2389584"/>
            <a:ext cx="27531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6026539" y="2389584"/>
            <a:ext cx="27531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more</a:t>
            </a:r>
            <a:endParaRPr lang="en-US" sz="731" dirty="0"/>
          </a:p>
        </p:txBody>
      </p:sp>
      <p:sp>
        <p:nvSpPr>
          <p:cNvPr id="39" name="Shape 37"/>
          <p:cNvSpPr/>
          <p:nvPr/>
        </p:nvSpPr>
        <p:spPr>
          <a:xfrm>
            <a:off x="5247870" y="2743200"/>
            <a:ext cx="3553230" cy="785813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4000"/>
              </a:srgbClr>
            </a:outerShdw>
          </a:effectLst>
        </p:spPr>
      </p:sp>
      <p:sp>
        <p:nvSpPr>
          <p:cNvPr id="40" name="GRAD_3"/>
          <p:cNvSpPr/>
          <p:nvPr/>
        </p:nvSpPr>
        <p:spPr>
          <a:xfrm>
            <a:off x="5355026" y="2850356"/>
            <a:ext cx="571500" cy="5715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DE68A"/>
              </a:gs>
              <a:gs pos="100000">
                <a:srgbClr val="FBBF24"/>
              </a:gs>
            </a:gsLst>
            <a:lin ang="2700000" scaled="0"/>
          </a:gra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6026539" y="2868216"/>
            <a:ext cx="275313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DESIGN</a:t>
            </a:r>
            <a:endParaRPr lang="en-US" sz="563" dirty="0"/>
          </a:p>
        </p:txBody>
      </p:sp>
      <p:sp>
        <p:nvSpPr>
          <p:cNvPr id="42" name="Text 40"/>
          <p:cNvSpPr/>
          <p:nvPr/>
        </p:nvSpPr>
        <p:spPr>
          <a:xfrm>
            <a:off x="6026539" y="2982516"/>
            <a:ext cx="2667405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Spatial Interfaces Are Replacing Flat Dashboards</a:t>
            </a:r>
            <a:endParaRPr lang="en-US" sz="844" dirty="0"/>
          </a:p>
        </p:txBody>
      </p:sp>
      <p:sp>
        <p:nvSpPr>
          <p:cNvPr id="43" name="Text 41"/>
          <p:cNvSpPr/>
          <p:nvPr/>
        </p:nvSpPr>
        <p:spPr>
          <a:xfrm>
            <a:off x="5983676" y="3289697"/>
            <a:ext cx="27531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31" dirty="0"/>
          </a:p>
        </p:txBody>
      </p:sp>
      <p:sp>
        <p:nvSpPr>
          <p:cNvPr id="44" name="Text 42"/>
          <p:cNvSpPr/>
          <p:nvPr/>
        </p:nvSpPr>
        <p:spPr>
          <a:xfrm>
            <a:off x="6026539" y="3289697"/>
            <a:ext cx="27531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more</a:t>
            </a:r>
            <a:endParaRPr lang="en-US" sz="731" dirty="0"/>
          </a:p>
        </p:txBody>
      </p:sp>
      <p:sp>
        <p:nvSpPr>
          <p:cNvPr id="45" name="Shape 43"/>
          <p:cNvSpPr/>
          <p:nvPr/>
        </p:nvSpPr>
        <p:spPr>
          <a:xfrm>
            <a:off x="5247870" y="4050506"/>
            <a:ext cx="3553230" cy="864394"/>
          </a:xfrm>
          <a:prstGeom prst="roundRect">
            <a:avLst>
              <a:gd name="adj" fmla="val 8264"/>
            </a:avLst>
          </a:prstGeom>
          <a:solidFill>
            <a:srgbClr val="F8FAFC"/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83601" y="4186238"/>
            <a:ext cx="3367492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in the loop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5383601" y="4364831"/>
            <a:ext cx="3367492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the best stories delivered to your inbox every morning.</a:t>
            </a:r>
            <a:endParaRPr lang="en-US" sz="675" dirty="0"/>
          </a:p>
        </p:txBody>
      </p:sp>
      <p:sp>
        <p:nvSpPr>
          <p:cNvPr id="48" name="Shape 46"/>
          <p:cNvSpPr/>
          <p:nvPr/>
        </p:nvSpPr>
        <p:spPr>
          <a:xfrm>
            <a:off x="5383601" y="4543425"/>
            <a:ext cx="2546961" cy="23574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144" algn="in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87713" y="4543425"/>
            <a:ext cx="677656" cy="235744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50" name="Text 48"/>
          <p:cNvSpPr/>
          <p:nvPr/>
        </p:nvSpPr>
        <p:spPr>
          <a:xfrm>
            <a:off x="7944850" y="4543425"/>
            <a:ext cx="763381" cy="2357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record-slide_09-1781898599535</dc:title>
  <dc:subject>PptxGenJS Presentation</dc:subject>
  <dc:creator>PptxGenJS</dc:creator>
  <cp:lastModifiedBy>PptxGenJS</cp:lastModifiedBy>
  <cp:revision>1</cp:revision>
  <dcterms:created xsi:type="dcterms:W3CDTF">2026-06-19T19:50:02Z</dcterms:created>
  <dcterms:modified xsi:type="dcterms:W3CDTF">2026-06-19T19:50:02Z</dcterms:modified>
</cp:coreProperties>
</file>