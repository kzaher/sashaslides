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28600"/>
            <a:ext cx="865822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42888" y="714375"/>
            <a:ext cx="86582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Planning Framework — Q2 2026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5750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8F5E9"/>
          </a:solidFill>
          <a:ln w="14288" algn="in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063" y="1235869"/>
            <a:ext cx="257175" cy="257175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500063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842963" y="1278731"/>
            <a:ext cx="77231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00063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Market-leading product with 98% uptime SLA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brand recognition in enterprise segment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engineering team (avg 8yr tenure)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ML pipeline with 3 patents filed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4643438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EBEE"/>
          </a:solidFill>
          <a:ln w="14288" algn="in">
            <a:solidFill>
              <a:srgbClr val="E5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57750" y="1235869"/>
            <a:ext cx="257175" cy="257175"/>
          </a:xfrm>
          <a:prstGeom prst="ellipse">
            <a:avLst/>
          </a:prstGeom>
          <a:solidFill>
            <a:srgbClr val="E53935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4857750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200650" y="1278731"/>
            <a:ext cx="978479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857750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acquisition cost ($420 CAC)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presence in APAC markets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codebase slowing feature velocity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on single cloud provider (AWS)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285750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3F2FD"/>
          </a:solidFill>
          <a:ln w="14288" algn="in">
            <a:solidFill>
              <a:srgbClr val="1E8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063" y="3239691"/>
            <a:ext cx="257175" cy="257175"/>
          </a:xfrm>
          <a:prstGeom prst="ellipse">
            <a:avLst/>
          </a:prstGeom>
          <a:solidFill>
            <a:srgbClr val="1E88E5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500063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842963" y="3282553"/>
            <a:ext cx="104970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00063" y="3596878"/>
            <a:ext cx="3786188" cy="621506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integration demand growing 34% YoY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exit from mid-market opens gap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Salesforce ecosystem</a:t>
            </a:r>
            <a:endParaRPr lang="en-US" sz="788" dirty="0"/>
          </a:p>
        </p:txBody>
      </p:sp>
      <p:sp>
        <p:nvSpPr>
          <p:cNvPr id="19" name="Shape 17"/>
          <p:cNvSpPr/>
          <p:nvPr/>
        </p:nvSpPr>
        <p:spPr>
          <a:xfrm>
            <a:off x="4643438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F3E0"/>
          </a:solidFill>
          <a:ln w="14288" algn="in">
            <a:solidFill>
              <a:srgbClr val="FB8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57750" y="3239691"/>
            <a:ext cx="257175" cy="257175"/>
          </a:xfrm>
          <a:prstGeom prst="ellipse">
            <a:avLst/>
          </a:prstGeom>
          <a:solidFill>
            <a:srgbClr val="FB8C00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4857750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5200650" y="3282553"/>
            <a:ext cx="625507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857750" y="3596878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entrant with $50M Series B funding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changes in EU data sovereignty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downturn reducing enterprise budgets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alternatives gaining traction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record-slide_11-1781969724825</dc:title>
  <dc:subject>PptxGenJS Presentation</dc:subject>
  <dc:creator>PptxGenJS</dc:creator>
  <cp:lastModifiedBy>PptxGenJS</cp:lastModifiedBy>
  <cp:revision>1</cp:revision>
  <dcterms:created xsi:type="dcterms:W3CDTF">2026-06-20T15:35:29Z</dcterms:created>
  <dcterms:modified xsi:type="dcterms:W3CDTF">2026-06-20T15:35:29Z</dcterms:modified>
</cp:coreProperties>
</file>