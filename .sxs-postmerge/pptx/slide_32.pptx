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71563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15123" y="400050"/>
            <a:ext cx="3269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478631" y="678656"/>
            <a:ext cx="114300" cy="3564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spc="169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· PRIORITY</a:t>
            </a:r>
            <a:endParaRPr lang="en-US" sz="731" dirty="0"/>
          </a:p>
        </p:txBody>
      </p:sp>
      <p:sp>
        <p:nvSpPr>
          <p:cNvPr id="5" name="Text 3"/>
          <p:cNvSpPr/>
          <p:nvPr/>
        </p:nvSpPr>
        <p:spPr>
          <a:xfrm>
            <a:off x="458343" y="4414838"/>
            <a:ext cx="240673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249031" y="4636294"/>
            <a:ext cx="6592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471613" y="357188"/>
            <a:ext cx="7358063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spc="113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ROADMAP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1471613" y="521494"/>
            <a:ext cx="7358063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top to bottom</a:t>
            </a:r>
            <a:endParaRPr lang="en-US" sz="1913" dirty="0"/>
          </a:p>
        </p:txBody>
      </p:sp>
      <p:sp>
        <p:nvSpPr>
          <p:cNvPr id="9" name="Shape 7"/>
          <p:cNvSpPr/>
          <p:nvPr/>
        </p:nvSpPr>
        <p:spPr>
          <a:xfrm>
            <a:off x="1471613" y="971550"/>
            <a:ext cx="7272338" cy="657225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0" name="GRAD_0"/>
          <p:cNvSpPr/>
          <p:nvPr/>
        </p:nvSpPr>
        <p:spPr>
          <a:xfrm rot="16200000">
            <a:off x="1471613" y="971550"/>
            <a:ext cx="657225" cy="657225"/>
          </a:xfrm>
          <a:prstGeom prst="round2SameRect">
            <a:avLst>
              <a:gd name="adj" fmla="val 15217"/>
            </a:avLst>
          </a:prstGeom>
          <a:gradFill rotWithShape="1">
            <a:gsLst>
              <a:gs pos="0">
                <a:srgbClr val="F87171"/>
              </a:gs>
              <a:gs pos="100000">
                <a:srgbClr val="DC2626"/>
              </a:gs>
            </a:gsLst>
            <a:lin ang="9600000" scaled="0"/>
          </a:gra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1694640" y="1157288"/>
            <a:ext cx="29689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1561267" y="1364456"/>
            <a:ext cx="477845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1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NEXT</a:t>
            </a:r>
            <a:endParaRPr lang="en-US" sz="534" dirty="0"/>
          </a:p>
        </p:txBody>
      </p:sp>
      <p:sp>
        <p:nvSpPr>
          <p:cNvPr id="13" name="Text 11"/>
          <p:cNvSpPr/>
          <p:nvPr/>
        </p:nvSpPr>
        <p:spPr>
          <a:xfrm>
            <a:off x="2400300" y="1140000"/>
            <a:ext cx="4998696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</a:t>
            </a:r>
            <a:endParaRPr lang="en-US" sz="1069" dirty="0"/>
          </a:p>
        </p:txBody>
      </p:sp>
      <p:sp>
        <p:nvSpPr>
          <p:cNvPr id="14" name="Text 12"/>
          <p:cNvSpPr/>
          <p:nvPr/>
        </p:nvSpPr>
        <p:spPr>
          <a:xfrm>
            <a:off x="2400300" y="1325737"/>
            <a:ext cx="4998696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mental-health prompts to official, vetted resources.</a:t>
            </a:r>
            <a:endParaRPr lang="en-US" sz="731" dirty="0"/>
          </a:p>
        </p:txBody>
      </p:sp>
      <p:sp>
        <p:nvSpPr>
          <p:cNvPr id="15" name="Shape 13"/>
          <p:cNvSpPr/>
          <p:nvPr/>
        </p:nvSpPr>
        <p:spPr>
          <a:xfrm>
            <a:off x="7584734" y="1189434"/>
            <a:ext cx="1030629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7377565" y="1189434"/>
            <a:ext cx="144496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 external redirects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1471613" y="1743075"/>
            <a:ext cx="7272338" cy="785813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8" name="GRAD_1"/>
          <p:cNvSpPr/>
          <p:nvPr/>
        </p:nvSpPr>
        <p:spPr>
          <a:xfrm rot="16200000">
            <a:off x="1407319" y="1807369"/>
            <a:ext cx="785813" cy="657225"/>
          </a:xfrm>
          <a:prstGeom prst="round2SameRect">
            <a:avLst>
              <a:gd name="adj" fmla="val 15217"/>
            </a:avLst>
          </a:prstGeom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9600000" scaled="0"/>
          </a:gra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714286" y="1993106"/>
            <a:ext cx="25760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1572197" y="2200275"/>
            <a:ext cx="456057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7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TERM</a:t>
            </a:r>
            <a:endParaRPr lang="en-US" sz="534" dirty="0"/>
          </a:p>
        </p:txBody>
      </p:sp>
      <p:sp>
        <p:nvSpPr>
          <p:cNvPr id="21" name="Text 19"/>
          <p:cNvSpPr/>
          <p:nvPr/>
        </p:nvSpPr>
        <p:spPr>
          <a:xfrm>
            <a:off x="2400300" y="1975818"/>
            <a:ext cx="503234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fixups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2400300" y="2161556"/>
            <a:ext cx="503234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&amp; rewrite wrongly-transcribed medical sources online.</a:t>
            </a:r>
            <a:endParaRPr lang="en-US" sz="731" dirty="0"/>
          </a:p>
        </p:txBody>
      </p:sp>
      <p:sp>
        <p:nvSpPr>
          <p:cNvPr id="23" name="Shape 21"/>
          <p:cNvSpPr/>
          <p:nvPr/>
        </p:nvSpPr>
        <p:spPr>
          <a:xfrm>
            <a:off x="7618381" y="2025253"/>
            <a:ext cx="99698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7418356" y="2025253"/>
            <a:ext cx="1397032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citation-style refs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1471613" y="2643188"/>
            <a:ext cx="7272338" cy="942975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26" name="GRAD_2"/>
          <p:cNvSpPr/>
          <p:nvPr/>
        </p:nvSpPr>
        <p:spPr>
          <a:xfrm rot="16200000">
            <a:off x="1328738" y="2786063"/>
            <a:ext cx="942975" cy="657225"/>
          </a:xfrm>
          <a:prstGeom prst="round2SameRect">
            <a:avLst>
              <a:gd name="adj" fmla="val 15217"/>
            </a:avLst>
          </a:prstGeom>
          <a:gradFill rotWithShape="1">
            <a:gsLst>
              <a:gs pos="0">
                <a:srgbClr val="2DD4BF"/>
              </a:gs>
              <a:gs pos="100000">
                <a:srgbClr val="0D9488"/>
              </a:gs>
            </a:gsLst>
            <a:lin ang="9600000" scaled="0"/>
          </a:gra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1698855" y="2932509"/>
            <a:ext cx="28846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238" dirty="0"/>
          </a:p>
        </p:txBody>
      </p:sp>
      <p:sp>
        <p:nvSpPr>
          <p:cNvPr id="28" name="Text 26"/>
          <p:cNvSpPr/>
          <p:nvPr/>
        </p:nvSpPr>
        <p:spPr>
          <a:xfrm>
            <a:off x="1471613" y="3139678"/>
            <a:ext cx="657225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EDF9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· ONGOING</a:t>
            </a:r>
            <a:endParaRPr lang="en-US" sz="534" dirty="0"/>
          </a:p>
        </p:txBody>
      </p:sp>
      <p:sp>
        <p:nvSpPr>
          <p:cNvPr id="29" name="Text 27"/>
          <p:cNvSpPr/>
          <p:nvPr/>
        </p:nvSpPr>
        <p:spPr>
          <a:xfrm>
            <a:off x="2400300" y="2954512"/>
            <a:ext cx="535288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Upstreaming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2400300" y="3140250"/>
            <a:ext cx="535288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losses back to Claude &amp; Codex — the full-mode fix.</a:t>
            </a:r>
            <a:endParaRPr lang="en-US" sz="731" dirty="0"/>
          </a:p>
        </p:txBody>
      </p:sp>
      <p:sp>
        <p:nvSpPr>
          <p:cNvPr id="31" name="Shape 29"/>
          <p:cNvSpPr/>
          <p:nvPr/>
        </p:nvSpPr>
        <p:spPr>
          <a:xfrm>
            <a:off x="7938921" y="3003947"/>
            <a:ext cx="67644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7803190" y="3003947"/>
            <a:ext cx="947904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full mode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record-slide_32-1781969724850</dc:title>
  <dc:subject>PptxGenJS Presentation</dc:subject>
  <dc:creator>PptxGenJS</dc:creator>
  <cp:lastModifiedBy>PptxGenJS</cp:lastModifiedBy>
  <cp:revision>1</cp:revision>
  <dcterms:created xsi:type="dcterms:W3CDTF">2026-06-20T15:35:29Z</dcterms:created>
  <dcterms:modified xsi:type="dcterms:W3CDTF">2026-06-20T15:35:29Z</dcterms:modified>
</cp:coreProperties>
</file>