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84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8" name="Shape 6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2" name="Shape 10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16" name="Shape 1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20" name="Shape 18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24" name="Shape 22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28" name="Shape 26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31" name="Text 29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36" name="Shape 34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39" name="Shape 37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42" name="Shape 40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45" name="Shape 43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record-slide_14-1781969724837</dc:title>
  <dc:subject>PptxGenJS Presentation</dc:subject>
  <dc:creator>PptxGenJS</dc:creator>
  <cp:lastModifiedBy>PptxGenJS</cp:lastModifiedBy>
  <cp:revision>1</cp:revision>
  <dcterms:created xsi:type="dcterms:W3CDTF">2026-06-20T15:35:28Z</dcterms:created>
  <dcterms:modified xsi:type="dcterms:W3CDTF">2026-06-20T15:35:28Z</dcterms:modified>
</cp:coreProperties>
</file>