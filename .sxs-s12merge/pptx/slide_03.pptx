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85750"/>
            <a:ext cx="2134624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Overview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7600950" y="357188"/>
            <a:ext cx="1285875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2026-04-13 09:42 UTC</a:t>
            </a:r>
            <a:endParaRPr lang="en-US" sz="788" dirty="0"/>
          </a:p>
        </p:txBody>
      </p:sp>
      <p:sp>
        <p:nvSpPr>
          <p:cNvPr id="4" name="Shape 2"/>
          <p:cNvSpPr/>
          <p:nvPr/>
        </p:nvSpPr>
        <p:spPr>
          <a:xfrm>
            <a:off x="342900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342900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371475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542925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spc="2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731" dirty="0"/>
          </a:p>
        </p:txBody>
      </p:sp>
      <p:sp>
        <p:nvSpPr>
          <p:cNvPr id="8" name="Text 6"/>
          <p:cNvSpPr/>
          <p:nvPr/>
        </p:nvSpPr>
        <p:spPr>
          <a:xfrm>
            <a:off x="542925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$284K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542925" y="1435894"/>
            <a:ext cx="535781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435769" y="1435894"/>
            <a:ext cx="750094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12.5%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542925" y="1828800"/>
            <a:ext cx="57150" cy="12858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621506" y="1808798"/>
            <a:ext cx="57150" cy="14859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700088" y="1820299"/>
            <a:ext cx="57150" cy="137089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778669" y="1785938"/>
            <a:ext cx="57150" cy="1714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857250" y="1800225"/>
            <a:ext cx="57150" cy="157163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935831" y="1757363"/>
            <a:ext cx="57150" cy="20002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1014413" y="1771650"/>
            <a:ext cx="57150" cy="18573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1092994" y="1734574"/>
            <a:ext cx="57150" cy="222814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1171575" y="1723073"/>
            <a:ext cx="57150" cy="23431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1250156" y="1700213"/>
            <a:ext cx="57150" cy="2571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1328738" y="1705999"/>
            <a:ext cx="57150" cy="251389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1407319" y="1671638"/>
            <a:ext cx="57150" cy="2857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2493169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2493169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2521744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2693194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spc="2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2693194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18.2K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2693194" y="1435894"/>
            <a:ext cx="493919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2593181" y="1435894"/>
            <a:ext cx="693944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8.3%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2693194" y="1785938"/>
            <a:ext cx="57150" cy="1714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2771775" y="1800225"/>
            <a:ext cx="57150" cy="15716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2850356" y="1771650"/>
            <a:ext cx="57150" cy="18573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Shape 31"/>
          <p:cNvSpPr/>
          <p:nvPr/>
        </p:nvSpPr>
        <p:spPr>
          <a:xfrm>
            <a:off x="2928938" y="1791724"/>
            <a:ext cx="57150" cy="165664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3007519" y="1757363"/>
            <a:ext cx="57150" cy="20002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3086100" y="1751648"/>
            <a:ext cx="57150" cy="20574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3164681" y="1763149"/>
            <a:ext cx="57150" cy="194239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3243263" y="1728788"/>
            <a:ext cx="5715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3321844" y="1743075"/>
            <a:ext cx="57150" cy="21431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3400425" y="1714500"/>
            <a:ext cx="57150" cy="2428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3479006" y="1700213"/>
            <a:ext cx="57150" cy="2571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1" name="Shape 39"/>
          <p:cNvSpPr/>
          <p:nvPr/>
        </p:nvSpPr>
        <p:spPr>
          <a:xfrm>
            <a:off x="3557588" y="1685925"/>
            <a:ext cx="57150" cy="27146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2" name="Shape 40"/>
          <p:cNvSpPr/>
          <p:nvPr/>
        </p:nvSpPr>
        <p:spPr>
          <a:xfrm>
            <a:off x="4643438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3" name="Shape 41"/>
          <p:cNvSpPr/>
          <p:nvPr/>
        </p:nvSpPr>
        <p:spPr>
          <a:xfrm>
            <a:off x="4643438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4672013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4843463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spc="2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4843463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3.8%</a:t>
            </a:r>
            <a:endParaRPr lang="en-US" sz="2025" dirty="0"/>
          </a:p>
        </p:txBody>
      </p:sp>
      <p:sp>
        <p:nvSpPr>
          <p:cNvPr id="47" name="Shape 45"/>
          <p:cNvSpPr/>
          <p:nvPr/>
        </p:nvSpPr>
        <p:spPr>
          <a:xfrm>
            <a:off x="4843463" y="1435894"/>
            <a:ext cx="525066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4736306" y="1435894"/>
            <a:ext cx="739378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0.4pp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4843463" y="1757363"/>
            <a:ext cx="57150" cy="20002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0" name="Shape 48"/>
          <p:cNvSpPr/>
          <p:nvPr/>
        </p:nvSpPr>
        <p:spPr>
          <a:xfrm>
            <a:off x="4922044" y="1763149"/>
            <a:ext cx="57150" cy="194239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1" name="Shape 49"/>
          <p:cNvSpPr/>
          <p:nvPr/>
        </p:nvSpPr>
        <p:spPr>
          <a:xfrm>
            <a:off x="5000625" y="1751648"/>
            <a:ext cx="57150" cy="2057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5079206" y="1743075"/>
            <a:ext cx="57150" cy="214313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3" name="Shape 51"/>
          <p:cNvSpPr/>
          <p:nvPr/>
        </p:nvSpPr>
        <p:spPr>
          <a:xfrm>
            <a:off x="5157788" y="1746004"/>
            <a:ext cx="57150" cy="211384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5236369" y="1734574"/>
            <a:ext cx="57150" cy="222814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5" name="Shape 53"/>
          <p:cNvSpPr/>
          <p:nvPr/>
        </p:nvSpPr>
        <p:spPr>
          <a:xfrm>
            <a:off x="5314950" y="1728788"/>
            <a:ext cx="5715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6" name="Shape 54"/>
          <p:cNvSpPr/>
          <p:nvPr/>
        </p:nvSpPr>
        <p:spPr>
          <a:xfrm>
            <a:off x="5393531" y="1723073"/>
            <a:ext cx="57150" cy="23431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7" name="Shape 55"/>
          <p:cNvSpPr/>
          <p:nvPr/>
        </p:nvSpPr>
        <p:spPr>
          <a:xfrm>
            <a:off x="5472113" y="1714500"/>
            <a:ext cx="57150" cy="24288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5550694" y="1720286"/>
            <a:ext cx="57150" cy="237101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9" name="Shape 57"/>
          <p:cNvSpPr/>
          <p:nvPr/>
        </p:nvSpPr>
        <p:spPr>
          <a:xfrm>
            <a:off x="5629275" y="1705999"/>
            <a:ext cx="57150" cy="251389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0" name="Shape 58"/>
          <p:cNvSpPr/>
          <p:nvPr/>
        </p:nvSpPr>
        <p:spPr>
          <a:xfrm>
            <a:off x="5707856" y="1694498"/>
            <a:ext cx="57150" cy="26289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6793706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62" name="Shape 60"/>
          <p:cNvSpPr/>
          <p:nvPr/>
        </p:nvSpPr>
        <p:spPr>
          <a:xfrm>
            <a:off x="6793706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63" name="Shape 61"/>
          <p:cNvSpPr/>
          <p:nvPr/>
        </p:nvSpPr>
        <p:spPr>
          <a:xfrm>
            <a:off x="6822281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6993731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spc="2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CHURN</a:t>
            </a:r>
            <a:endParaRPr lang="en-US" sz="731" dirty="0"/>
          </a:p>
        </p:txBody>
      </p:sp>
      <p:sp>
        <p:nvSpPr>
          <p:cNvPr id="65" name="Text 63"/>
          <p:cNvSpPr/>
          <p:nvPr/>
        </p:nvSpPr>
        <p:spPr>
          <a:xfrm>
            <a:off x="6993731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2.1%</a:t>
            </a:r>
            <a:endParaRPr lang="en-US" sz="2025" dirty="0"/>
          </a:p>
        </p:txBody>
      </p:sp>
      <p:sp>
        <p:nvSpPr>
          <p:cNvPr id="66" name="Shape 64"/>
          <p:cNvSpPr/>
          <p:nvPr/>
        </p:nvSpPr>
        <p:spPr>
          <a:xfrm>
            <a:off x="6993731" y="1435894"/>
            <a:ext cx="519565" cy="150019"/>
          </a:xfrm>
          <a:prstGeom prst="roundRect">
            <a:avLst>
              <a:gd name="adj" fmla="val 19048"/>
            </a:avLst>
          </a:prstGeom>
          <a:solidFill>
            <a:srgbClr val="EF4444">
              <a:alpha val="10000"/>
            </a:srgbClr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6886575" y="1435894"/>
            <a:ext cx="733877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0.3pp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6993731" y="1700213"/>
            <a:ext cx="57150" cy="25717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7072313" y="1714500"/>
            <a:ext cx="57150" cy="242888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7150894" y="1723073"/>
            <a:ext cx="57150" cy="23431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1" name="Shape 69"/>
          <p:cNvSpPr/>
          <p:nvPr/>
        </p:nvSpPr>
        <p:spPr>
          <a:xfrm>
            <a:off x="7229475" y="1734574"/>
            <a:ext cx="57150" cy="222814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2" name="Shape 70"/>
          <p:cNvSpPr/>
          <p:nvPr/>
        </p:nvSpPr>
        <p:spPr>
          <a:xfrm>
            <a:off x="7308056" y="1728788"/>
            <a:ext cx="5715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3" name="Shape 71"/>
          <p:cNvSpPr/>
          <p:nvPr/>
        </p:nvSpPr>
        <p:spPr>
          <a:xfrm>
            <a:off x="7386638" y="1743075"/>
            <a:ext cx="57150" cy="214313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4" name="Shape 72"/>
          <p:cNvSpPr/>
          <p:nvPr/>
        </p:nvSpPr>
        <p:spPr>
          <a:xfrm>
            <a:off x="7465219" y="1757363"/>
            <a:ext cx="57150" cy="2000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5" name="Shape 73"/>
          <p:cNvSpPr/>
          <p:nvPr/>
        </p:nvSpPr>
        <p:spPr>
          <a:xfrm>
            <a:off x="7543800" y="1763149"/>
            <a:ext cx="57150" cy="194239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6" name="Shape 74"/>
          <p:cNvSpPr/>
          <p:nvPr/>
        </p:nvSpPr>
        <p:spPr>
          <a:xfrm>
            <a:off x="7622381" y="1771650"/>
            <a:ext cx="57150" cy="185738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7" name="Shape 75"/>
          <p:cNvSpPr/>
          <p:nvPr/>
        </p:nvSpPr>
        <p:spPr>
          <a:xfrm>
            <a:off x="7700963" y="1785938"/>
            <a:ext cx="57150" cy="1714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8" name="Shape 76"/>
          <p:cNvSpPr/>
          <p:nvPr/>
        </p:nvSpPr>
        <p:spPr>
          <a:xfrm>
            <a:off x="7779544" y="1800225"/>
            <a:ext cx="57150" cy="157163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9" name="Shape 77"/>
          <p:cNvSpPr/>
          <p:nvPr/>
        </p:nvSpPr>
        <p:spPr>
          <a:xfrm>
            <a:off x="7858125" y="1814513"/>
            <a:ext cx="57150" cy="14287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80" name="Shape 78"/>
          <p:cNvSpPr/>
          <p:nvPr/>
        </p:nvSpPr>
        <p:spPr>
          <a:xfrm>
            <a:off x="342900" y="2300288"/>
            <a:ext cx="5448324" cy="2557463"/>
          </a:xfrm>
          <a:prstGeom prst="roundRect">
            <a:avLst>
              <a:gd name="adj" fmla="val 3352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1" name="Text 79"/>
          <p:cNvSpPr/>
          <p:nvPr/>
        </p:nvSpPr>
        <p:spPr>
          <a:xfrm>
            <a:off x="485775" y="2443163"/>
            <a:ext cx="5248299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vs Expenses (Quarterly)</a:t>
            </a:r>
            <a:endParaRPr lang="en-US" sz="844" dirty="0"/>
          </a:p>
        </p:txBody>
      </p:sp>
      <p:sp>
        <p:nvSpPr>
          <p:cNvPr id="82" name="GRAD_0"/>
          <p:cNvSpPr/>
          <p:nvPr/>
        </p:nvSpPr>
        <p:spPr>
          <a:xfrm>
            <a:off x="870537" y="3193256"/>
            <a:ext cx="128588" cy="642938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3" name="GRAD_1"/>
          <p:cNvSpPr/>
          <p:nvPr/>
        </p:nvSpPr>
        <p:spPr>
          <a:xfrm>
            <a:off x="1027700" y="3300413"/>
            <a:ext cx="128588" cy="535781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84" name="Text 82"/>
          <p:cNvSpPr/>
          <p:nvPr/>
        </p:nvSpPr>
        <p:spPr>
          <a:xfrm>
            <a:off x="897326" y="3879056"/>
            <a:ext cx="31804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'25</a:t>
            </a:r>
            <a:endParaRPr lang="en-US" sz="619" dirty="0"/>
          </a:p>
        </p:txBody>
      </p:sp>
      <p:sp>
        <p:nvSpPr>
          <p:cNvPr id="85" name="GRAD_2"/>
          <p:cNvSpPr/>
          <p:nvPr/>
        </p:nvSpPr>
        <p:spPr>
          <a:xfrm>
            <a:off x="1897309" y="3107531"/>
            <a:ext cx="128588" cy="728663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6" name="GRAD_3"/>
          <p:cNvSpPr/>
          <p:nvPr/>
        </p:nvSpPr>
        <p:spPr>
          <a:xfrm>
            <a:off x="2054471" y="3278981"/>
            <a:ext cx="128588" cy="557213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87" name="Text 85"/>
          <p:cNvSpPr/>
          <p:nvPr/>
        </p:nvSpPr>
        <p:spPr>
          <a:xfrm>
            <a:off x="1916097" y="3879056"/>
            <a:ext cx="33397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'25</a:t>
            </a:r>
            <a:endParaRPr lang="en-US" sz="619" dirty="0"/>
          </a:p>
        </p:txBody>
      </p:sp>
      <p:sp>
        <p:nvSpPr>
          <p:cNvPr id="88" name="GRAD_4"/>
          <p:cNvSpPr/>
          <p:nvPr/>
        </p:nvSpPr>
        <p:spPr>
          <a:xfrm>
            <a:off x="2924151" y="3032522"/>
            <a:ext cx="128588" cy="803672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9" name="GRAD_5"/>
          <p:cNvSpPr/>
          <p:nvPr/>
        </p:nvSpPr>
        <p:spPr>
          <a:xfrm>
            <a:off x="3081314" y="3246834"/>
            <a:ext cx="128588" cy="589359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0" name="Text 88"/>
          <p:cNvSpPr/>
          <p:nvPr/>
        </p:nvSpPr>
        <p:spPr>
          <a:xfrm>
            <a:off x="2942582" y="3879056"/>
            <a:ext cx="3346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'25</a:t>
            </a:r>
            <a:endParaRPr lang="en-US" sz="619" dirty="0"/>
          </a:p>
        </p:txBody>
      </p:sp>
      <p:sp>
        <p:nvSpPr>
          <p:cNvPr id="91" name="GRAD_6"/>
          <p:cNvSpPr/>
          <p:nvPr/>
        </p:nvSpPr>
        <p:spPr>
          <a:xfrm>
            <a:off x="3950922" y="2925366"/>
            <a:ext cx="128588" cy="910828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92" name="GRAD_7"/>
          <p:cNvSpPr/>
          <p:nvPr/>
        </p:nvSpPr>
        <p:spPr>
          <a:xfrm>
            <a:off x="4108085" y="3214688"/>
            <a:ext cx="128588" cy="621506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3" name="Text 91"/>
          <p:cNvSpPr/>
          <p:nvPr/>
        </p:nvSpPr>
        <p:spPr>
          <a:xfrm>
            <a:off x="3968210" y="3879056"/>
            <a:ext cx="33689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'25</a:t>
            </a:r>
            <a:endParaRPr lang="en-US" sz="619" dirty="0"/>
          </a:p>
        </p:txBody>
      </p:sp>
      <p:sp>
        <p:nvSpPr>
          <p:cNvPr id="94" name="GRAD_8"/>
          <p:cNvSpPr/>
          <p:nvPr/>
        </p:nvSpPr>
        <p:spPr>
          <a:xfrm>
            <a:off x="4977765" y="2850356"/>
            <a:ext cx="128588" cy="985838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95" name="GRAD_9"/>
          <p:cNvSpPr/>
          <p:nvPr/>
        </p:nvSpPr>
        <p:spPr>
          <a:xfrm>
            <a:off x="5134928" y="3193256"/>
            <a:ext cx="128588" cy="642938"/>
          </a:xfrm>
          <a:prstGeom prst="round2SameRect">
            <a:avLst>
              <a:gd name="adj1" fmla="val 16667"/>
              <a:gd name="adj2" fmla="val 0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6" name="Text 94"/>
          <p:cNvSpPr/>
          <p:nvPr/>
        </p:nvSpPr>
        <p:spPr>
          <a:xfrm>
            <a:off x="5003411" y="3879056"/>
            <a:ext cx="32011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'26</a:t>
            </a:r>
            <a:endParaRPr lang="en-US" sz="619" dirty="0"/>
          </a:p>
        </p:txBody>
      </p:sp>
      <p:sp>
        <p:nvSpPr>
          <p:cNvPr id="97" name="Text 95"/>
          <p:cNvSpPr/>
          <p:nvPr/>
        </p:nvSpPr>
        <p:spPr>
          <a:xfrm>
            <a:off x="600075" y="4064794"/>
            <a:ext cx="4357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675" dirty="0"/>
          </a:p>
        </p:txBody>
      </p:sp>
      <p:sp>
        <p:nvSpPr>
          <p:cNvPr id="98" name="Shape 96"/>
          <p:cNvSpPr/>
          <p:nvPr/>
        </p:nvSpPr>
        <p:spPr>
          <a:xfrm>
            <a:off x="485775" y="4082653"/>
            <a:ext cx="71438" cy="7143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99" name="Text 97"/>
          <p:cNvSpPr/>
          <p:nvPr/>
        </p:nvSpPr>
        <p:spPr>
          <a:xfrm>
            <a:off x="1178719" y="4064794"/>
            <a:ext cx="477774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Expenses</a:t>
            </a:r>
            <a:endParaRPr lang="en-US" sz="675" dirty="0"/>
          </a:p>
        </p:txBody>
      </p:sp>
      <p:sp>
        <p:nvSpPr>
          <p:cNvPr id="100" name="Shape 98"/>
          <p:cNvSpPr/>
          <p:nvPr/>
        </p:nvSpPr>
        <p:spPr>
          <a:xfrm>
            <a:off x="1064419" y="4082653"/>
            <a:ext cx="71438" cy="71438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101" name="Shape 99"/>
          <p:cNvSpPr/>
          <p:nvPr/>
        </p:nvSpPr>
        <p:spPr>
          <a:xfrm>
            <a:off x="5934099" y="2300288"/>
            <a:ext cx="2867001" cy="2557463"/>
          </a:xfrm>
          <a:prstGeom prst="roundRect">
            <a:avLst>
              <a:gd name="adj" fmla="val 3352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02" name="Text 100"/>
          <p:cNvSpPr/>
          <p:nvPr/>
        </p:nvSpPr>
        <p:spPr>
          <a:xfrm>
            <a:off x="6076974" y="2443163"/>
            <a:ext cx="2666976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Activity</a:t>
            </a:r>
            <a:endParaRPr lang="en-US" sz="844" dirty="0"/>
          </a:p>
        </p:txBody>
      </p:sp>
      <p:sp>
        <p:nvSpPr>
          <p:cNvPr id="103" name="Shape 101"/>
          <p:cNvSpPr/>
          <p:nvPr/>
        </p:nvSpPr>
        <p:spPr>
          <a:xfrm>
            <a:off x="6076974" y="2693194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04" name="Shape 102"/>
          <p:cNvSpPr/>
          <p:nvPr/>
        </p:nvSpPr>
        <p:spPr>
          <a:xfrm>
            <a:off x="6076974" y="3080314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05" name="Shape 103"/>
          <p:cNvSpPr/>
          <p:nvPr/>
        </p:nvSpPr>
        <p:spPr>
          <a:xfrm>
            <a:off x="6076974" y="2800350"/>
            <a:ext cx="57150" cy="571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6" name="Text 104"/>
          <p:cNvSpPr/>
          <p:nvPr/>
        </p:nvSpPr>
        <p:spPr>
          <a:xfrm>
            <a:off x="6219849" y="2764631"/>
            <a:ext cx="2471523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enterprise deal closed — Acme Corp ($48K ARR)</a:t>
            </a:r>
            <a:endParaRPr lang="en-US" sz="731" dirty="0"/>
          </a:p>
        </p:txBody>
      </p:sp>
      <p:sp>
        <p:nvSpPr>
          <p:cNvPr id="107" name="Text 105"/>
          <p:cNvSpPr/>
          <p:nvPr/>
        </p:nvSpPr>
        <p:spPr>
          <a:xfrm>
            <a:off x="6219849" y="2908864"/>
            <a:ext cx="247152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hours ago</a:t>
            </a:r>
            <a:endParaRPr lang="en-US" sz="619" dirty="0"/>
          </a:p>
        </p:txBody>
      </p:sp>
      <p:sp>
        <p:nvSpPr>
          <p:cNvPr id="108" name="Shape 106"/>
          <p:cNvSpPr/>
          <p:nvPr/>
        </p:nvSpPr>
        <p:spPr>
          <a:xfrm>
            <a:off x="6076974" y="3087457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09" name="Shape 107"/>
          <p:cNvSpPr/>
          <p:nvPr/>
        </p:nvSpPr>
        <p:spPr>
          <a:xfrm>
            <a:off x="6076974" y="3474577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10" name="Shape 108"/>
          <p:cNvSpPr/>
          <p:nvPr/>
        </p:nvSpPr>
        <p:spPr>
          <a:xfrm>
            <a:off x="6076974" y="3194614"/>
            <a:ext cx="57150" cy="571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11" name="Text 109"/>
          <p:cNvSpPr/>
          <p:nvPr/>
        </p:nvSpPr>
        <p:spPr>
          <a:xfrm>
            <a:off x="6219849" y="3158895"/>
            <a:ext cx="2279213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launch: Advanced analytics dashboard v2</a:t>
            </a:r>
            <a:endParaRPr lang="en-US" sz="731" dirty="0"/>
          </a:p>
        </p:txBody>
      </p:sp>
      <p:sp>
        <p:nvSpPr>
          <p:cNvPr id="112" name="Text 110"/>
          <p:cNvSpPr/>
          <p:nvPr/>
        </p:nvSpPr>
        <p:spPr>
          <a:xfrm>
            <a:off x="6219849" y="3303127"/>
            <a:ext cx="22792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hours ago</a:t>
            </a:r>
            <a:endParaRPr lang="en-US" sz="619" dirty="0"/>
          </a:p>
        </p:txBody>
      </p:sp>
      <p:sp>
        <p:nvSpPr>
          <p:cNvPr id="113" name="Shape 111"/>
          <p:cNvSpPr/>
          <p:nvPr/>
        </p:nvSpPr>
        <p:spPr>
          <a:xfrm>
            <a:off x="6076974" y="3481721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14" name="Shape 112"/>
          <p:cNvSpPr/>
          <p:nvPr/>
        </p:nvSpPr>
        <p:spPr>
          <a:xfrm>
            <a:off x="6076974" y="3868841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15" name="Shape 113"/>
          <p:cNvSpPr/>
          <p:nvPr/>
        </p:nvSpPr>
        <p:spPr>
          <a:xfrm>
            <a:off x="6076974" y="3588877"/>
            <a:ext cx="57150" cy="571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6" name="Text 114"/>
          <p:cNvSpPr/>
          <p:nvPr/>
        </p:nvSpPr>
        <p:spPr>
          <a:xfrm>
            <a:off x="6219849" y="3553158"/>
            <a:ext cx="2350651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Warning: API latency spike detected (p99 &gt; 800ms)</a:t>
            </a:r>
            <a:endParaRPr lang="en-US" sz="731" dirty="0"/>
          </a:p>
        </p:txBody>
      </p:sp>
      <p:sp>
        <p:nvSpPr>
          <p:cNvPr id="117" name="Text 115"/>
          <p:cNvSpPr/>
          <p:nvPr/>
        </p:nvSpPr>
        <p:spPr>
          <a:xfrm>
            <a:off x="6219849" y="3697319"/>
            <a:ext cx="235065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hours ago</a:t>
            </a:r>
            <a:endParaRPr lang="en-US" sz="619" dirty="0"/>
          </a:p>
        </p:txBody>
      </p:sp>
      <p:sp>
        <p:nvSpPr>
          <p:cNvPr id="118" name="Shape 116"/>
          <p:cNvSpPr/>
          <p:nvPr/>
        </p:nvSpPr>
        <p:spPr>
          <a:xfrm>
            <a:off x="6076974" y="3875913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19" name="Shape 117"/>
          <p:cNvSpPr/>
          <p:nvPr/>
        </p:nvSpPr>
        <p:spPr>
          <a:xfrm>
            <a:off x="6076974" y="4263033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20" name="Shape 118"/>
          <p:cNvSpPr/>
          <p:nvPr/>
        </p:nvSpPr>
        <p:spPr>
          <a:xfrm>
            <a:off x="6076974" y="3983069"/>
            <a:ext cx="57150" cy="5715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121" name="Text 119"/>
          <p:cNvSpPr/>
          <p:nvPr/>
        </p:nvSpPr>
        <p:spPr>
          <a:xfrm>
            <a:off x="6219849" y="3947350"/>
            <a:ext cx="2030968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milestone: 500th customer onboarded</a:t>
            </a:r>
            <a:endParaRPr lang="en-US" sz="731" dirty="0"/>
          </a:p>
        </p:txBody>
      </p:sp>
      <p:sp>
        <p:nvSpPr>
          <p:cNvPr id="122" name="Text 120"/>
          <p:cNvSpPr/>
          <p:nvPr/>
        </p:nvSpPr>
        <p:spPr>
          <a:xfrm>
            <a:off x="6219849" y="4091583"/>
            <a:ext cx="203096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day ago</a:t>
            </a:r>
            <a:endParaRPr lang="en-US" sz="619" dirty="0"/>
          </a:p>
        </p:txBody>
      </p:sp>
      <p:sp>
        <p:nvSpPr>
          <p:cNvPr id="123" name="Shape 121"/>
          <p:cNvSpPr/>
          <p:nvPr/>
        </p:nvSpPr>
        <p:spPr>
          <a:xfrm>
            <a:off x="6076974" y="4377333"/>
            <a:ext cx="57150" cy="571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24" name="Text 122"/>
          <p:cNvSpPr/>
          <p:nvPr/>
        </p:nvSpPr>
        <p:spPr>
          <a:xfrm>
            <a:off x="6219849" y="4341614"/>
            <a:ext cx="1910310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alert: 3 accounts flagged as at-risk</a:t>
            </a:r>
            <a:endParaRPr lang="en-US" sz="731" dirty="0"/>
          </a:p>
        </p:txBody>
      </p:sp>
      <p:sp>
        <p:nvSpPr>
          <p:cNvPr id="125" name="Text 123"/>
          <p:cNvSpPr/>
          <p:nvPr/>
        </p:nvSpPr>
        <p:spPr>
          <a:xfrm>
            <a:off x="6219849" y="4485846"/>
            <a:ext cx="19103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day ago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record-slide_03-1781997853132</dc:title>
  <dc:subject>PptxGenJS Presentation</dc:subject>
  <dc:creator>PptxGenJS</dc:creator>
  <cp:lastModifiedBy>PptxGenJS</cp:lastModifiedBy>
  <cp:revision>1</cp:revision>
  <dcterms:created xsi:type="dcterms:W3CDTF">2026-06-20T23:24:15Z</dcterms:created>
  <dcterms:modified xsi:type="dcterms:W3CDTF">2026-06-20T23:24:15Z</dcterms:modified>
</cp:coreProperties>
</file>