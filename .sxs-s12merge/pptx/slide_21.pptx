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7313" y="1135856"/>
            <a:ext cx="6429375" cy="2871788"/>
          </a:xfrm>
          <a:prstGeom prst="roundRect">
            <a:avLst>
              <a:gd name="adj" fmla="val 3980"/>
            </a:avLst>
          </a:prstGeom>
          <a:solidFill>
            <a:srgbClr val="FFFFFF"/>
          </a:solidFill>
          <a:ln w="14288" algn="in">
            <a:solidFill>
              <a:srgbClr val="D1D9E6"/>
            </a:solidFill>
            <a:prstDash val="solid"/>
          </a:ln>
          <a:effectLst>
            <a:outerShdw sx="100000" sy="100000" kx="0" ky="0" algn="bl" rotWithShape="0" blurRad="228600" dist="5715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600200" y="1378744"/>
            <a:ext cx="602932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Nested Rounded Corners Test</a:t>
            </a:r>
            <a:endParaRPr lang="en-US" sz="1238" dirty="0"/>
          </a:p>
        </p:txBody>
      </p:sp>
      <p:sp>
        <p:nvSpPr>
          <p:cNvPr id="4" name="Shape 2"/>
          <p:cNvSpPr/>
          <p:nvPr/>
        </p:nvSpPr>
        <p:spPr>
          <a:xfrm>
            <a:off x="1600200" y="1707356"/>
            <a:ext cx="5943600" cy="1678781"/>
          </a:xfrm>
          <a:prstGeom prst="roundRect">
            <a:avLst>
              <a:gd name="adj" fmla="val 5106"/>
            </a:avLst>
          </a:prstGeom>
          <a:solidFill>
            <a:srgbClr val="F7FAFC"/>
          </a:solidFill>
          <a:ln w="7144" algn="in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7344" y="1714500"/>
            <a:ext cx="5929313" cy="371475"/>
          </a:xfrm>
          <a:prstGeom prst="round2SameRect">
            <a:avLst>
              <a:gd name="adj1" fmla="val 23077"/>
              <a:gd name="adj2" fmla="val 0"/>
            </a:avLst>
          </a:prstGeom>
          <a:solidFill>
            <a:srgbClr val="4A6CF7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1778794" y="1714500"/>
            <a:ext cx="6700838" cy="3714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Alpha — Status 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78794" y="2257425"/>
            <a:ext cx="4929188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84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inner card is nested inside the outer card, each with its own border-radius. The header section clips to the inner card's top corners. The badge on the right is a perfect circle (border-radius: 50%).</a:t>
            </a:r>
            <a:endParaRPr lang="en-US" sz="844" dirty="0"/>
          </a:p>
        </p:txBody>
      </p:sp>
      <p:sp>
        <p:nvSpPr>
          <p:cNvPr id="8" name="GRAD_0"/>
          <p:cNvSpPr/>
          <p:nvPr/>
        </p:nvSpPr>
        <p:spPr>
          <a:xfrm>
            <a:off x="6850856" y="2257425"/>
            <a:ext cx="514350" cy="514350"/>
          </a:xfrm>
          <a:prstGeom prst="ellipse">
            <a:avLst/>
          </a:prstGeom>
          <a:gradFill rotWithShape="1">
            <a:gsLst>
              <a:gs pos="0">
                <a:srgbClr val="FF6B6B"/>
              </a:gs>
              <a:gs pos="100000">
                <a:srgbClr val="EE5A24"/>
              </a:gs>
            </a:gsLst>
            <a:lin ang="2700000" scaled="0"/>
          </a:gradFill>
          <a:ln w="21431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85725" dist="28575" dir="5400000">
              <a:srgbClr val="EE5A2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0856" y="2257425"/>
            <a:ext cx="514350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A+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778794" y="3057525"/>
            <a:ext cx="473916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5931" y="3057525"/>
            <a:ext cx="559641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2309860" y="3057525"/>
            <a:ext cx="557070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6998" y="3057525"/>
            <a:ext cx="642795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675" dirty="0"/>
          </a:p>
        </p:txBody>
      </p:sp>
      <p:sp>
        <p:nvSpPr>
          <p:cNvPr id="14" name="Shape 12"/>
          <p:cNvSpPr/>
          <p:nvPr/>
        </p:nvSpPr>
        <p:spPr>
          <a:xfrm>
            <a:off x="2924151" y="3057525"/>
            <a:ext cx="627293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1289" y="3057525"/>
            <a:ext cx="713018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Case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3608594" y="3057525"/>
            <a:ext cx="482346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5731" y="3057525"/>
            <a:ext cx="568071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Nested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1600200" y="3589734"/>
            <a:ext cx="1233297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updated: 2 hours ago</a:t>
            </a:r>
            <a:endParaRPr lang="en-US" sz="731" dirty="0"/>
          </a:p>
        </p:txBody>
      </p:sp>
      <p:sp>
        <p:nvSpPr>
          <p:cNvPr id="19" name="Shape 17"/>
          <p:cNvSpPr/>
          <p:nvPr/>
        </p:nvSpPr>
        <p:spPr>
          <a:xfrm>
            <a:off x="6660404" y="3529013"/>
            <a:ext cx="883396" cy="235744"/>
          </a:xfrm>
          <a:prstGeom prst="roundRect">
            <a:avLst>
              <a:gd name="adj" fmla="val 24242"/>
            </a:avLst>
          </a:prstGeom>
          <a:solidFill>
            <a:srgbClr val="4A6CF7"/>
          </a:solidFill>
          <a:ln>
            <a:noFill/>
          </a:ln>
        </p:spPr>
      </p:sp>
      <p:sp>
        <p:nvSpPr>
          <p:cNvPr id="20" name="Text 18"/>
          <p:cNvSpPr/>
          <p:nvPr/>
        </p:nvSpPr>
        <p:spPr>
          <a:xfrm>
            <a:off x="6481810" y="3529013"/>
            <a:ext cx="1240584" cy="2357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Details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record-slide_21-1781997861336</dc:title>
  <dc:subject>PptxGenJS Presentation</dc:subject>
  <dc:creator>PptxGenJS</dc:creator>
  <cp:lastModifiedBy>PptxGenJS</cp:lastModifiedBy>
  <cp:revision>1</cp:revision>
  <dcterms:created xsi:type="dcterms:W3CDTF">2026-06-20T23:24:23Z</dcterms:created>
  <dcterms:modified xsi:type="dcterms:W3CDTF">2026-06-20T23:24:23Z</dcterms:modified>
</cp:coreProperties>
</file>